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1163300"/>
  <p:notesSz cx="6858000" cy="9144000"/>
  <p:embeddedFontLst>
    <p:embeddedFont>
      <p:font typeface="Inter" charset="1" panose="020B0502030000000004"/>
      <p:regular r:id="rId23"/>
    </p:embeddedFont>
    <p:embeddedFont>
      <p:font typeface="Brixton Sans" charset="1" panose="00000000000000000000"/>
      <p:regular r:id="rId24"/>
    </p:embeddedFont>
    <p:embeddedFont>
      <p:font typeface="DejaVu Sans Bold" charset="1" panose="020B0803030604020204"/>
      <p:regular r:id="rId25"/>
    </p:embeddedFont>
    <p:embeddedFont>
      <p:font typeface="Arimo" charset="1" panose="020B0604020202020204"/>
      <p:regular r:id="rId26"/>
    </p:embeddedFont>
    <p:embeddedFont>
      <p:font typeface="DejaVu Sans Light" charset="1" panose="020B0603030804020204"/>
      <p:regular r:id="rId27"/>
    </p:embeddedFont>
    <p:embeddedFont>
      <p:font typeface="Playfair Display" charset="1" panose="00000000000000000000"/>
      <p:regular r:id="rId28"/>
    </p:embeddedFont>
    <p:embeddedFont>
      <p:font typeface="Inter Italics" charset="1" panose="020B0502030000000004"/>
      <p:regular r:id="rId29"/>
    </p:embeddedFont>
    <p:embeddedFont>
      <p:font typeface="Liberation Sans Bold" charset="1" panose="020B0704020202020204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svg" Type="http://schemas.openxmlformats.org/officeDocument/2006/relationships/image"/><Relationship Id="rId11" Target="../media/image17.svg" Type="http://schemas.openxmlformats.org/officeDocument/2006/relationships/image"/><Relationship Id="rId12" Target="../media/image18.svg" Type="http://schemas.openxmlformats.org/officeDocument/2006/relationships/image"/><Relationship Id="rId13" Target="../media/image19.svg" Type="http://schemas.openxmlformats.org/officeDocument/2006/relationships/image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svg" Type="http://schemas.openxmlformats.org/officeDocument/2006/relationships/image"/><Relationship Id="rId5" Target="../media/image11.svg" Type="http://schemas.openxmlformats.org/officeDocument/2006/relationships/image"/><Relationship Id="rId6" Target="../media/image12.svg" Type="http://schemas.openxmlformats.org/officeDocument/2006/relationships/image"/><Relationship Id="rId7" Target="../media/image13.svg" Type="http://schemas.openxmlformats.org/officeDocument/2006/relationships/image"/><Relationship Id="rId8" Target="../media/image14.sv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Relationship Id="rId3" Target="../media/image21.jpeg" Type="http://schemas.openxmlformats.org/officeDocument/2006/relationships/image"/><Relationship Id="rId4" Target="../media/image22.jpeg" Type="http://schemas.openxmlformats.org/officeDocument/2006/relationships/image"/><Relationship Id="rId5" Target="../media/image2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jpeg" Type="http://schemas.openxmlformats.org/officeDocument/2006/relationships/image"/><Relationship Id="rId3" Target="../media/image25.jpeg" Type="http://schemas.openxmlformats.org/officeDocument/2006/relationships/image"/><Relationship Id="rId4" Target="../media/image2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Relationship Id="rId3" Target="../media/image21.jpeg" Type="http://schemas.openxmlformats.org/officeDocument/2006/relationships/image"/><Relationship Id="rId4" Target="../media/image2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Relationship Id="rId3" Target="../media/image21.jpeg" Type="http://schemas.openxmlformats.org/officeDocument/2006/relationships/image"/><Relationship Id="rId4" Target="../media/image3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Relationship Id="rId3" Target="../media/image21.jpeg" Type="http://schemas.openxmlformats.org/officeDocument/2006/relationships/image"/><Relationship Id="rId4" Target="../media/image3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Relationship Id="rId3" Target="../media/image21.jpeg" Type="http://schemas.openxmlformats.org/officeDocument/2006/relationships/image"/><Relationship Id="rId4" Target="../media/image3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37.png" Type="http://schemas.openxmlformats.org/officeDocument/2006/relationships/image"/><Relationship Id="rId7" Target="../media/image38.svg" Type="http://schemas.openxmlformats.org/officeDocument/2006/relationships/image"/><Relationship Id="rId8" Target="../media/image39.png" Type="http://schemas.openxmlformats.org/officeDocument/2006/relationships/image"/><Relationship Id="rId9" Target="../media/image40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4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1.png" Type="http://schemas.openxmlformats.org/officeDocument/2006/relationships/image"/><Relationship Id="rId11" Target="../media/image52.svg" Type="http://schemas.openxmlformats.org/officeDocument/2006/relationships/image"/><Relationship Id="rId2" Target="../media/image43.png" Type="http://schemas.openxmlformats.org/officeDocument/2006/relationships/image"/><Relationship Id="rId3" Target="../media/image44.svg" Type="http://schemas.openxmlformats.org/officeDocument/2006/relationships/image"/><Relationship Id="rId4" Target="../media/image45.jpeg" Type="http://schemas.openxmlformats.org/officeDocument/2006/relationships/image"/><Relationship Id="rId5" Target="../media/image46.jpeg" Type="http://schemas.openxmlformats.org/officeDocument/2006/relationships/image"/><Relationship Id="rId6" Target="../media/image47.png" Type="http://schemas.openxmlformats.org/officeDocument/2006/relationships/image"/><Relationship Id="rId7" Target="../media/image48.svg" Type="http://schemas.openxmlformats.org/officeDocument/2006/relationships/image"/><Relationship Id="rId8" Target="../media/image49.png" Type="http://schemas.openxmlformats.org/officeDocument/2006/relationships/image"/><Relationship Id="rId9" Target="../media/image50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3.png" Type="http://schemas.openxmlformats.org/officeDocument/2006/relationships/image"/><Relationship Id="rId3" Target="../media/image54.svg" Type="http://schemas.openxmlformats.org/officeDocument/2006/relationships/image"/><Relationship Id="rId4" Target="../media/image55.jpeg" Type="http://schemas.openxmlformats.org/officeDocument/2006/relationships/image"/><Relationship Id="rId5" Target="../media/image56.jpeg" Type="http://schemas.openxmlformats.org/officeDocument/2006/relationships/image"/><Relationship Id="rId6" Target="../media/image57.jpeg" Type="http://schemas.openxmlformats.org/officeDocument/2006/relationships/image"/><Relationship Id="rId7" Target="../media/image58.jpeg" Type="http://schemas.openxmlformats.org/officeDocument/2006/relationships/image"/><Relationship Id="rId8" Target="../media/image5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8.jpeg" Type="http://schemas.openxmlformats.org/officeDocument/2006/relationships/image"/><Relationship Id="rId11" Target="../media/image69.png" Type="http://schemas.openxmlformats.org/officeDocument/2006/relationships/image"/><Relationship Id="rId12" Target="../media/image70.jpeg" Type="http://schemas.openxmlformats.org/officeDocument/2006/relationships/image"/><Relationship Id="rId2" Target="../media/image60.png" Type="http://schemas.openxmlformats.org/officeDocument/2006/relationships/image"/><Relationship Id="rId3" Target="../media/image61.svg" Type="http://schemas.openxmlformats.org/officeDocument/2006/relationships/image"/><Relationship Id="rId4" Target="../media/image62.jpeg" Type="http://schemas.openxmlformats.org/officeDocument/2006/relationships/image"/><Relationship Id="rId5" Target="../media/image63.png" Type="http://schemas.openxmlformats.org/officeDocument/2006/relationships/image"/><Relationship Id="rId6" Target="../media/image64.svg" Type="http://schemas.openxmlformats.org/officeDocument/2006/relationships/image"/><Relationship Id="rId7" Target="../media/image65.png" Type="http://schemas.openxmlformats.org/officeDocument/2006/relationships/image"/><Relationship Id="rId8" Target="../media/image66.svg" Type="http://schemas.openxmlformats.org/officeDocument/2006/relationships/image"/><Relationship Id="rId9" Target="../media/image67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1.png" Type="http://schemas.openxmlformats.org/officeDocument/2006/relationships/image"/><Relationship Id="rId3" Target="../media/image72.svg" Type="http://schemas.openxmlformats.org/officeDocument/2006/relationships/image"/><Relationship Id="rId4" Target="../media/image73.png" Type="http://schemas.openxmlformats.org/officeDocument/2006/relationships/image"/><Relationship Id="rId5" Target="../media/image74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5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6.png" Type="http://schemas.openxmlformats.org/officeDocument/2006/relationships/image"/><Relationship Id="rId3" Target="../media/image77.svg" Type="http://schemas.openxmlformats.org/officeDocument/2006/relationships/image"/><Relationship Id="rId4" Target="../media/image78.jpeg" Type="http://schemas.openxmlformats.org/officeDocument/2006/relationships/image"/><Relationship Id="rId5" Target="../media/image79.jpeg" Type="http://schemas.openxmlformats.org/officeDocument/2006/relationships/image"/><Relationship Id="rId6" Target="../media/image80.png" Type="http://schemas.openxmlformats.org/officeDocument/2006/relationships/image"/><Relationship Id="rId7" Target="../media/image8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2566" y="369753"/>
            <a:ext cx="18383248" cy="10423489"/>
          </a:xfrm>
          <a:custGeom>
            <a:avLst/>
            <a:gdLst/>
            <a:ahLst/>
            <a:cxnLst/>
            <a:rect r="r" b="b" t="t" l="l"/>
            <a:pathLst>
              <a:path h="10423489" w="18383248">
                <a:moveTo>
                  <a:pt x="0" y="0"/>
                </a:moveTo>
                <a:lnTo>
                  <a:pt x="18383248" y="0"/>
                </a:lnTo>
                <a:lnTo>
                  <a:pt x="18383248" y="10423489"/>
                </a:lnTo>
                <a:lnTo>
                  <a:pt x="0" y="104234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890275" y="669369"/>
            <a:ext cx="914400" cy="9144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379730" y="0"/>
                    <a:pt x="353314" y="2540"/>
                    <a:pt x="327152" y="7747"/>
                  </a:cubicBezTo>
                  <a:cubicBezTo>
                    <a:pt x="300990" y="12954"/>
                    <a:pt x="275590" y="20701"/>
                    <a:pt x="250952" y="30861"/>
                  </a:cubicBezTo>
                  <a:cubicBezTo>
                    <a:pt x="226314" y="41021"/>
                    <a:pt x="202819" y="53594"/>
                    <a:pt x="180721" y="68453"/>
                  </a:cubicBezTo>
                  <a:cubicBezTo>
                    <a:pt x="158623" y="83312"/>
                    <a:pt x="138049" y="100076"/>
                    <a:pt x="119126" y="118999"/>
                  </a:cubicBezTo>
                  <a:cubicBezTo>
                    <a:pt x="100203" y="137922"/>
                    <a:pt x="83439" y="158369"/>
                    <a:pt x="68580" y="180594"/>
                  </a:cubicBezTo>
                  <a:cubicBezTo>
                    <a:pt x="53721" y="202819"/>
                    <a:pt x="41275" y="226187"/>
                    <a:pt x="30988" y="250825"/>
                  </a:cubicBezTo>
                  <a:cubicBezTo>
                    <a:pt x="20701" y="275463"/>
                    <a:pt x="13081" y="300863"/>
                    <a:pt x="7874" y="327025"/>
                  </a:cubicBezTo>
                  <a:cubicBezTo>
                    <a:pt x="2667" y="353187"/>
                    <a:pt x="0" y="379730"/>
                    <a:pt x="0" y="406400"/>
                  </a:cubicBezTo>
                  <a:cubicBezTo>
                    <a:pt x="0" y="433070"/>
                    <a:pt x="2540" y="459486"/>
                    <a:pt x="7747" y="485648"/>
                  </a:cubicBezTo>
                  <a:cubicBezTo>
                    <a:pt x="12954" y="511810"/>
                    <a:pt x="20701" y="537210"/>
                    <a:pt x="30861" y="561848"/>
                  </a:cubicBezTo>
                  <a:cubicBezTo>
                    <a:pt x="41021" y="586486"/>
                    <a:pt x="53594" y="609981"/>
                    <a:pt x="68453" y="632079"/>
                  </a:cubicBezTo>
                  <a:cubicBezTo>
                    <a:pt x="83312" y="654177"/>
                    <a:pt x="100076" y="674751"/>
                    <a:pt x="118999" y="693674"/>
                  </a:cubicBezTo>
                  <a:cubicBezTo>
                    <a:pt x="137922" y="712597"/>
                    <a:pt x="158369" y="729361"/>
                    <a:pt x="180594" y="744220"/>
                  </a:cubicBezTo>
                  <a:cubicBezTo>
                    <a:pt x="202819" y="759079"/>
                    <a:pt x="226187" y="771525"/>
                    <a:pt x="250825" y="781812"/>
                  </a:cubicBezTo>
                  <a:cubicBezTo>
                    <a:pt x="275463" y="792099"/>
                    <a:pt x="300863" y="799719"/>
                    <a:pt x="327025" y="804926"/>
                  </a:cubicBezTo>
                  <a:cubicBezTo>
                    <a:pt x="353187" y="810133"/>
                    <a:pt x="379730" y="812800"/>
                    <a:pt x="406400" y="812800"/>
                  </a:cubicBezTo>
                  <a:cubicBezTo>
                    <a:pt x="433070" y="812800"/>
                    <a:pt x="459486" y="810260"/>
                    <a:pt x="485648" y="805053"/>
                  </a:cubicBezTo>
                  <a:cubicBezTo>
                    <a:pt x="511810" y="799846"/>
                    <a:pt x="537210" y="792099"/>
                    <a:pt x="561848" y="781939"/>
                  </a:cubicBezTo>
                  <a:cubicBezTo>
                    <a:pt x="586486" y="771779"/>
                    <a:pt x="609981" y="759206"/>
                    <a:pt x="632079" y="744347"/>
                  </a:cubicBezTo>
                  <a:cubicBezTo>
                    <a:pt x="654177" y="729488"/>
                    <a:pt x="674751" y="712724"/>
                    <a:pt x="693674" y="693801"/>
                  </a:cubicBezTo>
                  <a:cubicBezTo>
                    <a:pt x="712597" y="674878"/>
                    <a:pt x="729361" y="654431"/>
                    <a:pt x="744220" y="632206"/>
                  </a:cubicBezTo>
                  <a:cubicBezTo>
                    <a:pt x="759079" y="609981"/>
                    <a:pt x="771525" y="586613"/>
                    <a:pt x="781812" y="561975"/>
                  </a:cubicBezTo>
                  <a:cubicBezTo>
                    <a:pt x="792099" y="537337"/>
                    <a:pt x="799719" y="511937"/>
                    <a:pt x="804926" y="485775"/>
                  </a:cubicBezTo>
                  <a:cubicBezTo>
                    <a:pt x="810133" y="459613"/>
                    <a:pt x="812800" y="433070"/>
                    <a:pt x="812800" y="406400"/>
                  </a:cubicBezTo>
                  <a:cubicBezTo>
                    <a:pt x="812800" y="379730"/>
                    <a:pt x="810260" y="353314"/>
                    <a:pt x="805053" y="327152"/>
                  </a:cubicBezTo>
                  <a:cubicBezTo>
                    <a:pt x="799846" y="300990"/>
                    <a:pt x="792099" y="275590"/>
                    <a:pt x="781939" y="250952"/>
                  </a:cubicBezTo>
                  <a:cubicBezTo>
                    <a:pt x="771779" y="226314"/>
                    <a:pt x="759206" y="202819"/>
                    <a:pt x="744347" y="180721"/>
                  </a:cubicBezTo>
                  <a:cubicBezTo>
                    <a:pt x="729488" y="158623"/>
                    <a:pt x="712724" y="138049"/>
                    <a:pt x="693801" y="119126"/>
                  </a:cubicBezTo>
                  <a:cubicBezTo>
                    <a:pt x="674878" y="100203"/>
                    <a:pt x="654431" y="83439"/>
                    <a:pt x="632206" y="68580"/>
                  </a:cubicBezTo>
                  <a:cubicBezTo>
                    <a:pt x="609981" y="53721"/>
                    <a:pt x="586613" y="41275"/>
                    <a:pt x="561975" y="30988"/>
                  </a:cubicBezTo>
                  <a:cubicBezTo>
                    <a:pt x="537337" y="20701"/>
                    <a:pt x="511937" y="13081"/>
                    <a:pt x="485775" y="7874"/>
                  </a:cubicBezTo>
                  <a:cubicBezTo>
                    <a:pt x="459613" y="2667"/>
                    <a:pt x="433070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4842998" y="6248245"/>
            <a:ext cx="8612119" cy="4190995"/>
          </a:xfrm>
          <a:custGeom>
            <a:avLst/>
            <a:gdLst/>
            <a:ahLst/>
            <a:cxnLst/>
            <a:rect r="r" b="b" t="t" l="l"/>
            <a:pathLst>
              <a:path h="4190995" w="8612119">
                <a:moveTo>
                  <a:pt x="0" y="0"/>
                </a:moveTo>
                <a:lnTo>
                  <a:pt x="8612119" y="0"/>
                </a:lnTo>
                <a:lnTo>
                  <a:pt x="8612119" y="4190995"/>
                </a:lnTo>
                <a:lnTo>
                  <a:pt x="0" y="419099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164045" y="10286843"/>
            <a:ext cx="761995" cy="304795"/>
          </a:xfrm>
          <a:custGeom>
            <a:avLst/>
            <a:gdLst/>
            <a:ahLst/>
            <a:cxnLst/>
            <a:rect r="r" b="b" t="t" l="l"/>
            <a:pathLst>
              <a:path h="304795" w="761995">
                <a:moveTo>
                  <a:pt x="0" y="0"/>
                </a:moveTo>
                <a:lnTo>
                  <a:pt x="761995" y="0"/>
                </a:lnTo>
                <a:lnTo>
                  <a:pt x="761995" y="304795"/>
                </a:lnTo>
                <a:lnTo>
                  <a:pt x="0" y="30479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889157" y="6984444"/>
            <a:ext cx="2618056" cy="415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Team Members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721579" y="1687001"/>
            <a:ext cx="8172980" cy="603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31"/>
              </a:lnSpc>
            </a:pPr>
            <a:r>
              <a:rPr lang="en-US" sz="3599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Ajay Kumar Garg Engineering College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855307" y="1968846"/>
            <a:ext cx="69937" cy="354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4"/>
              </a:lnSpc>
            </a:pPr>
            <a:r>
              <a:rPr lang="en-US" sz="2025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791567" y="2412911"/>
            <a:ext cx="2813237" cy="31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Mini</a:t>
            </a:r>
            <a:r>
              <a:rPr lang="en-US" sz="202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25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Internship</a:t>
            </a:r>
            <a:r>
              <a:rPr lang="en-US" sz="202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25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438976" y="8055545"/>
            <a:ext cx="401336" cy="346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720961" y="8055545"/>
            <a:ext cx="428096" cy="346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161666" y="8055545"/>
            <a:ext cx="623492" cy="346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953291" y="4868173"/>
            <a:ext cx="11275834" cy="1000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9"/>
              </a:lnSpc>
            </a:pPr>
            <a:r>
              <a:rPr lang="en-US" sz="2447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Unlocking the power of public opinion through automated analysis of social media posts using Machine Learning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870377" y="8898045"/>
            <a:ext cx="1561838" cy="277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Dishant Singh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087397" y="8898045"/>
            <a:ext cx="1720672" cy="277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Aakarsan Dube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460236" y="8898045"/>
            <a:ext cx="2054814" cy="277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Dhruv Narain Seth</a:t>
            </a:r>
          </a:p>
        </p:txBody>
      </p:sp>
      <p:sp>
        <p:nvSpPr>
          <p:cNvPr name="AutoShape 18" id="18"/>
          <p:cNvSpPr/>
          <p:nvPr/>
        </p:nvSpPr>
        <p:spPr>
          <a:xfrm>
            <a:off x="6736492" y="2895076"/>
            <a:ext cx="5048667" cy="0"/>
          </a:xfrm>
          <a:prstGeom prst="line">
            <a:avLst/>
          </a:prstGeom>
          <a:ln cap="flat" w="57150">
            <a:gradFill>
              <a:gsLst>
                <a:gs pos="0">
                  <a:srgbClr val="8461F4">
                    <a:alpha val="100000"/>
                  </a:srgbClr>
                </a:gs>
                <a:gs pos="100000">
                  <a:srgbClr val="81D8E5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5603188" y="2942701"/>
            <a:ext cx="7091739" cy="1093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766"/>
              </a:lnSpc>
              <a:spcBef>
                <a:spcPct val="0"/>
              </a:spcBef>
            </a:pPr>
            <a:r>
              <a:rPr lang="en-US" sz="6261">
                <a:gradFill>
                  <a:gsLst>
                    <a:gs pos="0">
                      <a:srgbClr val="B2F1FF">
                        <a:alpha val="100000"/>
                      </a:srgbClr>
                    </a:gs>
                    <a:gs pos="50000">
                      <a:srgbClr val="5555B7">
                        <a:alpha val="100000"/>
                      </a:srgbClr>
                    </a:gs>
                    <a:gs pos="100000">
                      <a:srgbClr val="03102F">
                        <a:alpha val="100000"/>
                      </a:srgbClr>
                    </a:gs>
                  </a:gsLst>
                  <a:lin ang="5400000"/>
                </a:gradFill>
                <a:latin typeface="Brixton Sans"/>
                <a:ea typeface="Brixton Sans"/>
                <a:cs typeface="Brixton Sans"/>
                <a:sym typeface="Brixton Sans"/>
              </a:rPr>
              <a:t>Sentimental Analysis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212069" y="4075503"/>
            <a:ext cx="3471327" cy="681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93"/>
              </a:lnSpc>
              <a:spcBef>
                <a:spcPct val="0"/>
              </a:spcBef>
            </a:pPr>
            <a:r>
              <a:rPr lang="en-US" sz="3995">
                <a:gradFill>
                  <a:gsLst>
                    <a:gs pos="0">
                      <a:srgbClr val="B2F1FF">
                        <a:alpha val="100000"/>
                      </a:srgbClr>
                    </a:gs>
                    <a:gs pos="50000">
                      <a:srgbClr val="5555B7">
                        <a:alpha val="100000"/>
                      </a:srgbClr>
                    </a:gs>
                    <a:gs pos="100000">
                      <a:srgbClr val="03102F">
                        <a:alpha val="100000"/>
                      </a:srgbClr>
                    </a:gs>
                  </a:gsLst>
                  <a:lin ang="5400000"/>
                </a:gradFill>
                <a:latin typeface="Brixton Sans"/>
                <a:ea typeface="Brixton Sans"/>
                <a:cs typeface="Brixton Sans"/>
                <a:sym typeface="Brixton Sans"/>
              </a:rPr>
              <a:t>of Social Media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23049" y="1650997"/>
            <a:ext cx="7442197" cy="736597"/>
          </a:xfrm>
          <a:custGeom>
            <a:avLst/>
            <a:gdLst/>
            <a:ahLst/>
            <a:cxnLst/>
            <a:rect r="r" b="b" t="t" l="l"/>
            <a:pathLst>
              <a:path h="736597" w="7442197">
                <a:moveTo>
                  <a:pt x="0" y="0"/>
                </a:moveTo>
                <a:lnTo>
                  <a:pt x="7442197" y="0"/>
                </a:lnTo>
                <a:lnTo>
                  <a:pt x="7442197" y="736597"/>
                </a:lnTo>
                <a:lnTo>
                  <a:pt x="0" y="7365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23049" y="2489197"/>
            <a:ext cx="7442197" cy="736597"/>
          </a:xfrm>
          <a:custGeom>
            <a:avLst/>
            <a:gdLst/>
            <a:ahLst/>
            <a:cxnLst/>
            <a:rect r="r" b="b" t="t" l="l"/>
            <a:pathLst>
              <a:path h="736597" w="7442197">
                <a:moveTo>
                  <a:pt x="0" y="0"/>
                </a:moveTo>
                <a:lnTo>
                  <a:pt x="7442197" y="0"/>
                </a:lnTo>
                <a:lnTo>
                  <a:pt x="7442197" y="736597"/>
                </a:lnTo>
                <a:lnTo>
                  <a:pt x="0" y="7365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423049" y="3327397"/>
            <a:ext cx="7442197" cy="736597"/>
          </a:xfrm>
          <a:custGeom>
            <a:avLst/>
            <a:gdLst/>
            <a:ahLst/>
            <a:cxnLst/>
            <a:rect r="r" b="b" t="t" l="l"/>
            <a:pathLst>
              <a:path h="736597" w="7442197">
                <a:moveTo>
                  <a:pt x="0" y="0"/>
                </a:moveTo>
                <a:lnTo>
                  <a:pt x="7442197" y="0"/>
                </a:lnTo>
                <a:lnTo>
                  <a:pt x="7442197" y="736597"/>
                </a:lnTo>
                <a:lnTo>
                  <a:pt x="0" y="7365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423049" y="4165597"/>
            <a:ext cx="7442197" cy="736597"/>
          </a:xfrm>
          <a:custGeom>
            <a:avLst/>
            <a:gdLst/>
            <a:ahLst/>
            <a:cxnLst/>
            <a:rect r="r" b="b" t="t" l="l"/>
            <a:pathLst>
              <a:path h="736597" w="7442197">
                <a:moveTo>
                  <a:pt x="0" y="0"/>
                </a:moveTo>
                <a:lnTo>
                  <a:pt x="7442197" y="0"/>
                </a:lnTo>
                <a:lnTo>
                  <a:pt x="7442197" y="736597"/>
                </a:lnTo>
                <a:lnTo>
                  <a:pt x="0" y="7365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423049" y="5003797"/>
            <a:ext cx="7442197" cy="736597"/>
          </a:xfrm>
          <a:custGeom>
            <a:avLst/>
            <a:gdLst/>
            <a:ahLst/>
            <a:cxnLst/>
            <a:rect r="r" b="b" t="t" l="l"/>
            <a:pathLst>
              <a:path h="736597" w="7442197">
                <a:moveTo>
                  <a:pt x="0" y="0"/>
                </a:moveTo>
                <a:lnTo>
                  <a:pt x="7442197" y="0"/>
                </a:lnTo>
                <a:lnTo>
                  <a:pt x="7442197" y="736597"/>
                </a:lnTo>
                <a:lnTo>
                  <a:pt x="0" y="7365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423049" y="5841997"/>
            <a:ext cx="7442197" cy="736597"/>
          </a:xfrm>
          <a:custGeom>
            <a:avLst/>
            <a:gdLst/>
            <a:ahLst/>
            <a:cxnLst/>
            <a:rect r="r" b="b" t="t" l="l"/>
            <a:pathLst>
              <a:path h="736597" w="7442197">
                <a:moveTo>
                  <a:pt x="0" y="0"/>
                </a:moveTo>
                <a:lnTo>
                  <a:pt x="7442197" y="0"/>
                </a:lnTo>
                <a:lnTo>
                  <a:pt x="7442197" y="736597"/>
                </a:lnTo>
                <a:lnTo>
                  <a:pt x="0" y="7365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423049" y="6680197"/>
            <a:ext cx="7442197" cy="736597"/>
          </a:xfrm>
          <a:custGeom>
            <a:avLst/>
            <a:gdLst/>
            <a:ahLst/>
            <a:cxnLst/>
            <a:rect r="r" b="b" t="t" l="l"/>
            <a:pathLst>
              <a:path h="736597" w="7442197">
                <a:moveTo>
                  <a:pt x="0" y="0"/>
                </a:moveTo>
                <a:lnTo>
                  <a:pt x="7442197" y="0"/>
                </a:lnTo>
                <a:lnTo>
                  <a:pt x="7442197" y="736597"/>
                </a:lnTo>
                <a:lnTo>
                  <a:pt x="0" y="7365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423049" y="7518397"/>
            <a:ext cx="7442197" cy="736597"/>
          </a:xfrm>
          <a:custGeom>
            <a:avLst/>
            <a:gdLst/>
            <a:ahLst/>
            <a:cxnLst/>
            <a:rect r="r" b="b" t="t" l="l"/>
            <a:pathLst>
              <a:path h="736597" w="7442197">
                <a:moveTo>
                  <a:pt x="0" y="0"/>
                </a:moveTo>
                <a:lnTo>
                  <a:pt x="7442197" y="0"/>
                </a:lnTo>
                <a:lnTo>
                  <a:pt x="7442197" y="736597"/>
                </a:lnTo>
                <a:lnTo>
                  <a:pt x="0" y="7365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423049" y="8356597"/>
            <a:ext cx="7442197" cy="736597"/>
          </a:xfrm>
          <a:custGeom>
            <a:avLst/>
            <a:gdLst/>
            <a:ahLst/>
            <a:cxnLst/>
            <a:rect r="r" b="b" t="t" l="l"/>
            <a:pathLst>
              <a:path h="736597" w="7442197">
                <a:moveTo>
                  <a:pt x="0" y="0"/>
                </a:moveTo>
                <a:lnTo>
                  <a:pt x="7442197" y="0"/>
                </a:lnTo>
                <a:lnTo>
                  <a:pt x="7442197" y="736597"/>
                </a:lnTo>
                <a:lnTo>
                  <a:pt x="0" y="7365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423049" y="9194797"/>
            <a:ext cx="7442197" cy="736597"/>
          </a:xfrm>
          <a:custGeom>
            <a:avLst/>
            <a:gdLst/>
            <a:ahLst/>
            <a:cxnLst/>
            <a:rect r="r" b="b" t="t" l="l"/>
            <a:pathLst>
              <a:path h="736597" w="7442197">
                <a:moveTo>
                  <a:pt x="0" y="0"/>
                </a:moveTo>
                <a:lnTo>
                  <a:pt x="7442197" y="0"/>
                </a:lnTo>
                <a:lnTo>
                  <a:pt x="7442197" y="736597"/>
                </a:lnTo>
                <a:lnTo>
                  <a:pt x="0" y="7365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423049" y="10032997"/>
            <a:ext cx="7442197" cy="736597"/>
          </a:xfrm>
          <a:custGeom>
            <a:avLst/>
            <a:gdLst/>
            <a:ahLst/>
            <a:cxnLst/>
            <a:rect r="r" b="b" t="t" l="l"/>
            <a:pathLst>
              <a:path h="736597" w="7442197">
                <a:moveTo>
                  <a:pt x="0" y="0"/>
                </a:moveTo>
                <a:lnTo>
                  <a:pt x="7442197" y="0"/>
                </a:lnTo>
                <a:lnTo>
                  <a:pt x="7442197" y="736597"/>
                </a:lnTo>
                <a:lnTo>
                  <a:pt x="0" y="7365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8686952" y="1066800"/>
            <a:ext cx="914400" cy="38100"/>
            <a:chOff x="0" y="0"/>
            <a:chExt cx="914400" cy="381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38100"/>
            </a:xfrm>
            <a:custGeom>
              <a:avLst/>
              <a:gdLst/>
              <a:ahLst/>
              <a:cxnLst/>
              <a:rect r="r" b="b" t="t" l="l"/>
              <a:pathLst>
                <a:path h="381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8529342" y="394221"/>
            <a:ext cx="1254176" cy="554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Index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778703" y="4436707"/>
            <a:ext cx="103527" cy="18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780637" y="7789507"/>
            <a:ext cx="99508" cy="18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780637" y="6113107"/>
            <a:ext cx="99431" cy="18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780637" y="8627707"/>
            <a:ext cx="99431" cy="18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780932" y="3598507"/>
            <a:ext cx="98898" cy="18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781980" y="2760307"/>
            <a:ext cx="96850" cy="18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782723" y="5274907"/>
            <a:ext cx="95183" cy="18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785552" y="6951307"/>
            <a:ext cx="89564" cy="18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746852" y="9465907"/>
            <a:ext cx="168278" cy="18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797153" y="1922107"/>
            <a:ext cx="65732" cy="18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765006" y="10304107"/>
            <a:ext cx="131464" cy="18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134252" y="2744591"/>
            <a:ext cx="457314" cy="207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Index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134252" y="7773791"/>
            <a:ext cx="603618" cy="207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Course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134252" y="9450191"/>
            <a:ext cx="646405" cy="207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Citation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134252" y="6935591"/>
            <a:ext cx="938355" cy="207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Conclusion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134252" y="6097391"/>
            <a:ext cx="1105186" cy="207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Methodology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134252" y="1906391"/>
            <a:ext cx="1365990" cy="207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Institution Name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134252" y="5259191"/>
            <a:ext cx="1433646" cy="207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Literature Survey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134252" y="8611991"/>
            <a:ext cx="1528762" cy="207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Course Certificate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134252" y="3582791"/>
            <a:ext cx="1711195" cy="207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Previous Knowledge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134252" y="10288391"/>
            <a:ext cx="2159756" cy="207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Patent (Email Screenshot)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134252" y="4420991"/>
            <a:ext cx="4148099" cy="207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Sentiment Analysis Of Social Media (Introduction)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8458200" y="2066773"/>
            <a:ext cx="1371600" cy="57150"/>
            <a:chOff x="0" y="0"/>
            <a:chExt cx="914400" cy="38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" cy="38100"/>
            </a:xfrm>
            <a:custGeom>
              <a:avLst/>
              <a:gdLst/>
              <a:ahLst/>
              <a:cxnLst/>
              <a:rect r="r" b="b" t="t" l="l"/>
              <a:pathLst>
                <a:path h="381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0392" y="2801722"/>
            <a:ext cx="8129016" cy="3502152"/>
            <a:chOff x="0" y="0"/>
            <a:chExt cx="7225792" cy="311302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225792" cy="3113024"/>
            </a:xfrm>
            <a:custGeom>
              <a:avLst/>
              <a:gdLst/>
              <a:ahLst/>
              <a:cxnLst/>
              <a:rect r="r" b="b" t="t" l="l"/>
              <a:pathLst>
                <a:path h="3113024" w="7225792">
                  <a:moveTo>
                    <a:pt x="7067296" y="19812"/>
                  </a:moveTo>
                  <a:cubicBezTo>
                    <a:pt x="7079107" y="19812"/>
                    <a:pt x="7090410" y="22098"/>
                    <a:pt x="7101332" y="26543"/>
                  </a:cubicBezTo>
                  <a:cubicBezTo>
                    <a:pt x="7112253" y="30988"/>
                    <a:pt x="7121778" y="37465"/>
                    <a:pt x="7130161" y="45847"/>
                  </a:cubicBezTo>
                  <a:cubicBezTo>
                    <a:pt x="7138543" y="54229"/>
                    <a:pt x="7144893" y="63754"/>
                    <a:pt x="7149464" y="74676"/>
                  </a:cubicBezTo>
                  <a:cubicBezTo>
                    <a:pt x="7154037" y="85598"/>
                    <a:pt x="7156196" y="96901"/>
                    <a:pt x="7156196" y="108712"/>
                  </a:cubicBezTo>
                  <a:lnTo>
                    <a:pt x="7156196" y="2902712"/>
                  </a:lnTo>
                  <a:cubicBezTo>
                    <a:pt x="7156196" y="2914523"/>
                    <a:pt x="7153910" y="2925826"/>
                    <a:pt x="7149464" y="2936748"/>
                  </a:cubicBezTo>
                  <a:cubicBezTo>
                    <a:pt x="7145020" y="2947670"/>
                    <a:pt x="7138543" y="2957195"/>
                    <a:pt x="7130161" y="2965577"/>
                  </a:cubicBezTo>
                  <a:cubicBezTo>
                    <a:pt x="7121778" y="2973959"/>
                    <a:pt x="7112253" y="2980309"/>
                    <a:pt x="7101332" y="2984881"/>
                  </a:cubicBezTo>
                  <a:cubicBezTo>
                    <a:pt x="7090410" y="2989453"/>
                    <a:pt x="7079107" y="2991612"/>
                    <a:pt x="7067296" y="2991612"/>
                  </a:cubicBezTo>
                  <a:lnTo>
                    <a:pt x="158496" y="2991612"/>
                  </a:lnTo>
                  <a:cubicBezTo>
                    <a:pt x="146685" y="2991612"/>
                    <a:pt x="135382" y="2989326"/>
                    <a:pt x="124460" y="2984881"/>
                  </a:cubicBezTo>
                  <a:cubicBezTo>
                    <a:pt x="113538" y="2980436"/>
                    <a:pt x="104013" y="2973959"/>
                    <a:pt x="95631" y="2965577"/>
                  </a:cubicBezTo>
                  <a:cubicBezTo>
                    <a:pt x="87249" y="2957195"/>
                    <a:pt x="80899" y="2947670"/>
                    <a:pt x="76327" y="2936748"/>
                  </a:cubicBezTo>
                  <a:cubicBezTo>
                    <a:pt x="71755" y="2925826"/>
                    <a:pt x="69596" y="2914523"/>
                    <a:pt x="69596" y="2902712"/>
                  </a:cubicBezTo>
                  <a:lnTo>
                    <a:pt x="69596" y="108712"/>
                  </a:lnTo>
                  <a:cubicBezTo>
                    <a:pt x="69596" y="96901"/>
                    <a:pt x="71882" y="85598"/>
                    <a:pt x="76327" y="74676"/>
                  </a:cubicBezTo>
                  <a:cubicBezTo>
                    <a:pt x="80772" y="63754"/>
                    <a:pt x="87249" y="54229"/>
                    <a:pt x="95631" y="45847"/>
                  </a:cubicBezTo>
                  <a:cubicBezTo>
                    <a:pt x="104013" y="37465"/>
                    <a:pt x="113538" y="31115"/>
                    <a:pt x="124460" y="26543"/>
                  </a:cubicBezTo>
                  <a:cubicBezTo>
                    <a:pt x="135382" y="21971"/>
                    <a:pt x="146685" y="19812"/>
                    <a:pt x="158496" y="19812"/>
                  </a:cubicBezTo>
                  <a:close/>
                  <a:moveTo>
                    <a:pt x="0" y="0"/>
                  </a:moveTo>
                  <a:lnTo>
                    <a:pt x="0" y="3113024"/>
                  </a:lnTo>
                  <a:lnTo>
                    <a:pt x="7225792" y="3113024"/>
                  </a:lnTo>
                  <a:lnTo>
                    <a:pt x="7225792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850392" y="2801722"/>
            <a:ext cx="8129016" cy="3502152"/>
            <a:chOff x="0" y="0"/>
            <a:chExt cx="5419344" cy="233476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19344" cy="2334768"/>
            </a:xfrm>
            <a:custGeom>
              <a:avLst/>
              <a:gdLst/>
              <a:ahLst/>
              <a:cxnLst/>
              <a:rect r="r" b="b" t="t" l="l"/>
              <a:pathLst>
                <a:path h="2334768" w="5419344">
                  <a:moveTo>
                    <a:pt x="0" y="0"/>
                  </a:moveTo>
                  <a:lnTo>
                    <a:pt x="5419344" y="0"/>
                  </a:lnTo>
                  <a:lnTo>
                    <a:pt x="5419344" y="2334768"/>
                  </a:lnTo>
                  <a:lnTo>
                    <a:pt x="0" y="2334768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53796" y="2691994"/>
            <a:ext cx="8522208" cy="3890772"/>
            <a:chOff x="0" y="0"/>
            <a:chExt cx="7575296" cy="34584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75296" cy="3458464"/>
            </a:xfrm>
            <a:custGeom>
              <a:avLst/>
              <a:gdLst/>
              <a:ahLst/>
              <a:cxnLst/>
              <a:rect r="r" b="b" t="t" l="l"/>
              <a:pathLst>
                <a:path h="3458464" w="7575296">
                  <a:moveTo>
                    <a:pt x="7242048" y="117348"/>
                  </a:moveTo>
                  <a:cubicBezTo>
                    <a:pt x="7253859" y="117348"/>
                    <a:pt x="7265162" y="119634"/>
                    <a:pt x="7276084" y="124079"/>
                  </a:cubicBezTo>
                  <a:cubicBezTo>
                    <a:pt x="7287006" y="128524"/>
                    <a:pt x="7296531" y="135001"/>
                    <a:pt x="7304913" y="143383"/>
                  </a:cubicBezTo>
                  <a:cubicBezTo>
                    <a:pt x="7313295" y="151765"/>
                    <a:pt x="7319645" y="161290"/>
                    <a:pt x="7324217" y="172212"/>
                  </a:cubicBezTo>
                  <a:cubicBezTo>
                    <a:pt x="7328789" y="183134"/>
                    <a:pt x="7330948" y="194437"/>
                    <a:pt x="7330948" y="206248"/>
                  </a:cubicBezTo>
                  <a:lnTo>
                    <a:pt x="7330948" y="3000248"/>
                  </a:lnTo>
                  <a:cubicBezTo>
                    <a:pt x="7330948" y="3012059"/>
                    <a:pt x="7328662" y="3023362"/>
                    <a:pt x="7324217" y="3034284"/>
                  </a:cubicBezTo>
                  <a:cubicBezTo>
                    <a:pt x="7319772" y="3045206"/>
                    <a:pt x="7313295" y="3054731"/>
                    <a:pt x="7304913" y="3063113"/>
                  </a:cubicBezTo>
                  <a:cubicBezTo>
                    <a:pt x="7296531" y="3071495"/>
                    <a:pt x="7287006" y="3077845"/>
                    <a:pt x="7276084" y="3082417"/>
                  </a:cubicBezTo>
                  <a:cubicBezTo>
                    <a:pt x="7265162" y="3086989"/>
                    <a:pt x="7253859" y="3089148"/>
                    <a:pt x="7242048" y="3089148"/>
                  </a:cubicBezTo>
                  <a:lnTo>
                    <a:pt x="333248" y="3089148"/>
                  </a:lnTo>
                  <a:cubicBezTo>
                    <a:pt x="321437" y="3089148"/>
                    <a:pt x="310134" y="3086862"/>
                    <a:pt x="299212" y="3082417"/>
                  </a:cubicBezTo>
                  <a:cubicBezTo>
                    <a:pt x="288290" y="3077972"/>
                    <a:pt x="278765" y="3071495"/>
                    <a:pt x="270383" y="3063113"/>
                  </a:cubicBezTo>
                  <a:cubicBezTo>
                    <a:pt x="262001" y="3054731"/>
                    <a:pt x="255651" y="3045206"/>
                    <a:pt x="251079" y="3034284"/>
                  </a:cubicBezTo>
                  <a:cubicBezTo>
                    <a:pt x="246507" y="3023362"/>
                    <a:pt x="244348" y="3012059"/>
                    <a:pt x="244348" y="3000248"/>
                  </a:cubicBezTo>
                  <a:lnTo>
                    <a:pt x="244348" y="206248"/>
                  </a:lnTo>
                  <a:cubicBezTo>
                    <a:pt x="244348" y="194437"/>
                    <a:pt x="246634" y="183134"/>
                    <a:pt x="251079" y="172212"/>
                  </a:cubicBezTo>
                  <a:cubicBezTo>
                    <a:pt x="255524" y="161290"/>
                    <a:pt x="262001" y="151765"/>
                    <a:pt x="270383" y="143383"/>
                  </a:cubicBezTo>
                  <a:cubicBezTo>
                    <a:pt x="278765" y="135001"/>
                    <a:pt x="288290" y="128651"/>
                    <a:pt x="299212" y="124079"/>
                  </a:cubicBezTo>
                  <a:cubicBezTo>
                    <a:pt x="310134" y="119507"/>
                    <a:pt x="321437" y="117348"/>
                    <a:pt x="333248" y="117348"/>
                  </a:cubicBezTo>
                  <a:close/>
                  <a:moveTo>
                    <a:pt x="0" y="0"/>
                  </a:moveTo>
                  <a:lnTo>
                    <a:pt x="0" y="3458464"/>
                  </a:lnTo>
                  <a:lnTo>
                    <a:pt x="7575296" y="3458464"/>
                  </a:lnTo>
                  <a:lnTo>
                    <a:pt x="7575296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558541" y="2596739"/>
            <a:ext cx="8712703" cy="4081267"/>
            <a:chOff x="0" y="0"/>
            <a:chExt cx="5808472" cy="27208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3500" y="63500"/>
              <a:ext cx="5681472" cy="2593848"/>
            </a:xfrm>
            <a:custGeom>
              <a:avLst/>
              <a:gdLst/>
              <a:ahLst/>
              <a:cxnLst/>
              <a:rect r="r" b="b" t="t" l="l"/>
              <a:pathLst>
                <a:path h="2593848" w="5681472">
                  <a:moveTo>
                    <a:pt x="0" y="0"/>
                  </a:moveTo>
                  <a:lnTo>
                    <a:pt x="5681472" y="0"/>
                  </a:lnTo>
                  <a:lnTo>
                    <a:pt x="5681472" y="2593848"/>
                  </a:lnTo>
                  <a:lnTo>
                    <a:pt x="0" y="25938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46761" y="151511"/>
              <a:ext cx="5314950" cy="2228850"/>
            </a:xfrm>
            <a:custGeom>
              <a:avLst/>
              <a:gdLst/>
              <a:ahLst/>
              <a:cxnLst/>
              <a:rect r="r" b="b" t="t" l="l"/>
              <a:pathLst>
                <a:path h="2228850" w="5314950">
                  <a:moveTo>
                    <a:pt x="0" y="2162175"/>
                  </a:moveTo>
                  <a:lnTo>
                    <a:pt x="0" y="66675"/>
                  </a:ln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lnTo>
                    <a:pt x="5248275" y="0"/>
                  </a:lnTo>
                  <a:cubicBezTo>
                    <a:pt x="5252593" y="0"/>
                    <a:pt x="5257038" y="381"/>
                    <a:pt x="5261229" y="1270"/>
                  </a:cubicBezTo>
                  <a:cubicBezTo>
                    <a:pt x="5265420" y="2159"/>
                    <a:pt x="5269738" y="3429"/>
                    <a:pt x="5273675" y="5080"/>
                  </a:cubicBezTo>
                  <a:cubicBezTo>
                    <a:pt x="5277612" y="6731"/>
                    <a:pt x="5281549" y="8763"/>
                    <a:pt x="5285232" y="11303"/>
                  </a:cubicBezTo>
                  <a:cubicBezTo>
                    <a:pt x="5288915" y="13843"/>
                    <a:pt x="5292217" y="16510"/>
                    <a:pt x="5295392" y="19558"/>
                  </a:cubicBezTo>
                  <a:cubicBezTo>
                    <a:pt x="5298567" y="22606"/>
                    <a:pt x="5301234" y="26035"/>
                    <a:pt x="5303647" y="29718"/>
                  </a:cubicBezTo>
                  <a:cubicBezTo>
                    <a:pt x="5306060" y="33401"/>
                    <a:pt x="5308092" y="37211"/>
                    <a:pt x="5309870" y="41275"/>
                  </a:cubicBezTo>
                  <a:cubicBezTo>
                    <a:pt x="5311647" y="45339"/>
                    <a:pt x="5312791" y="49530"/>
                    <a:pt x="5313679" y="53721"/>
                  </a:cubicBezTo>
                  <a:cubicBezTo>
                    <a:pt x="5314568" y="57912"/>
                    <a:pt x="5314950" y="62357"/>
                    <a:pt x="5314950" y="66675"/>
                  </a:cubicBezTo>
                  <a:lnTo>
                    <a:pt x="5314950" y="2162175"/>
                  </a:lnTo>
                  <a:cubicBezTo>
                    <a:pt x="5314950" y="2166493"/>
                    <a:pt x="5314569" y="2170938"/>
                    <a:pt x="5313679" y="2175129"/>
                  </a:cubicBezTo>
                  <a:cubicBezTo>
                    <a:pt x="5312790" y="2179320"/>
                    <a:pt x="5311520" y="2183638"/>
                    <a:pt x="5309870" y="2187575"/>
                  </a:cubicBezTo>
                  <a:cubicBezTo>
                    <a:pt x="5308219" y="2191512"/>
                    <a:pt x="5306186" y="2195449"/>
                    <a:pt x="5303647" y="2199132"/>
                  </a:cubicBezTo>
                  <a:cubicBezTo>
                    <a:pt x="5301107" y="2202815"/>
                    <a:pt x="5298440" y="2206117"/>
                    <a:pt x="5295392" y="2209292"/>
                  </a:cubicBezTo>
                  <a:cubicBezTo>
                    <a:pt x="5292344" y="2212467"/>
                    <a:pt x="5288915" y="2215134"/>
                    <a:pt x="5285232" y="2217547"/>
                  </a:cubicBezTo>
                  <a:cubicBezTo>
                    <a:pt x="5281549" y="2219960"/>
                    <a:pt x="5277739" y="2221992"/>
                    <a:pt x="5273675" y="2223770"/>
                  </a:cubicBezTo>
                  <a:cubicBezTo>
                    <a:pt x="5269611" y="2225548"/>
                    <a:pt x="5265420" y="2226691"/>
                    <a:pt x="5261229" y="2227580"/>
                  </a:cubicBezTo>
                  <a:cubicBezTo>
                    <a:pt x="5257038" y="2228469"/>
                    <a:pt x="5252593" y="2228850"/>
                    <a:pt x="5248275" y="2228850"/>
                  </a:cubicBezTo>
                  <a:lnTo>
                    <a:pt x="66675" y="2228850"/>
                  </a:lnTo>
                  <a:cubicBezTo>
                    <a:pt x="62357" y="2228850"/>
                    <a:pt x="57912" y="2228469"/>
                    <a:pt x="53721" y="2227580"/>
                  </a:cubicBezTo>
                  <a:cubicBezTo>
                    <a:pt x="49530" y="2226691"/>
                    <a:pt x="45212" y="2225421"/>
                    <a:pt x="41275" y="2223770"/>
                  </a:cubicBezTo>
                  <a:cubicBezTo>
                    <a:pt x="37338" y="2222119"/>
                    <a:pt x="33401" y="2220087"/>
                    <a:pt x="29718" y="2217547"/>
                  </a:cubicBezTo>
                  <a:cubicBezTo>
                    <a:pt x="26035" y="2215007"/>
                    <a:pt x="22733" y="2212340"/>
                    <a:pt x="19558" y="2209292"/>
                  </a:cubicBezTo>
                  <a:cubicBezTo>
                    <a:pt x="16383" y="2206244"/>
                    <a:pt x="13716" y="2202815"/>
                    <a:pt x="11303" y="2199132"/>
                  </a:cubicBezTo>
                  <a:cubicBezTo>
                    <a:pt x="8890" y="2195449"/>
                    <a:pt x="6858" y="2191639"/>
                    <a:pt x="5080" y="2187575"/>
                  </a:cubicBezTo>
                  <a:cubicBezTo>
                    <a:pt x="3302" y="2183511"/>
                    <a:pt x="2159" y="2179320"/>
                    <a:pt x="1270" y="2175129"/>
                  </a:cubicBezTo>
                  <a:cubicBezTo>
                    <a:pt x="381" y="2170938"/>
                    <a:pt x="0" y="2166493"/>
                    <a:pt x="0" y="216217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37236" y="141859"/>
              <a:ext cx="5334254" cy="2248154"/>
            </a:xfrm>
            <a:custGeom>
              <a:avLst/>
              <a:gdLst/>
              <a:ahLst/>
              <a:cxnLst/>
              <a:rect r="r" b="b" t="t" l="l"/>
              <a:pathLst>
                <a:path h="2248154" w="5334254">
                  <a:moveTo>
                    <a:pt x="0" y="2171827"/>
                  </a:moveTo>
                  <a:lnTo>
                    <a:pt x="0" y="76327"/>
                  </a:lnTo>
                  <a:lnTo>
                    <a:pt x="9525" y="76327"/>
                  </a:lnTo>
                  <a:lnTo>
                    <a:pt x="0" y="76327"/>
                  </a:lnTo>
                  <a:cubicBezTo>
                    <a:pt x="0" y="71374"/>
                    <a:pt x="508" y="66421"/>
                    <a:pt x="1524" y="61468"/>
                  </a:cubicBezTo>
                  <a:lnTo>
                    <a:pt x="1524" y="61468"/>
                  </a:lnTo>
                  <a:lnTo>
                    <a:pt x="1524" y="61468"/>
                  </a:lnTo>
                  <a:cubicBezTo>
                    <a:pt x="2540" y="56515"/>
                    <a:pt x="3937" y="51816"/>
                    <a:pt x="5842" y="47117"/>
                  </a:cubicBezTo>
                  <a:lnTo>
                    <a:pt x="5842" y="47117"/>
                  </a:lnTo>
                  <a:lnTo>
                    <a:pt x="5842" y="47117"/>
                  </a:lnTo>
                  <a:cubicBezTo>
                    <a:pt x="7747" y="42545"/>
                    <a:pt x="10160" y="38100"/>
                    <a:pt x="12827" y="33909"/>
                  </a:cubicBezTo>
                  <a:lnTo>
                    <a:pt x="20701" y="39243"/>
                  </a:lnTo>
                  <a:lnTo>
                    <a:pt x="12827" y="33909"/>
                  </a:lnTo>
                  <a:cubicBezTo>
                    <a:pt x="15621" y="29718"/>
                    <a:pt x="18796" y="25908"/>
                    <a:pt x="22352" y="22352"/>
                  </a:cubicBezTo>
                  <a:lnTo>
                    <a:pt x="29083" y="29083"/>
                  </a:lnTo>
                  <a:lnTo>
                    <a:pt x="22352" y="22352"/>
                  </a:lnTo>
                  <a:cubicBezTo>
                    <a:pt x="25908" y="18796"/>
                    <a:pt x="29718" y="15621"/>
                    <a:pt x="33909" y="12827"/>
                  </a:cubicBezTo>
                  <a:lnTo>
                    <a:pt x="39243" y="20701"/>
                  </a:lnTo>
                  <a:lnTo>
                    <a:pt x="33909" y="12827"/>
                  </a:lnTo>
                  <a:cubicBezTo>
                    <a:pt x="38100" y="10033"/>
                    <a:pt x="42418" y="7747"/>
                    <a:pt x="47117" y="5842"/>
                  </a:cubicBezTo>
                  <a:lnTo>
                    <a:pt x="47117" y="5842"/>
                  </a:lnTo>
                  <a:lnTo>
                    <a:pt x="47117" y="5842"/>
                  </a:lnTo>
                  <a:cubicBezTo>
                    <a:pt x="51689" y="3937"/>
                    <a:pt x="56515" y="2540"/>
                    <a:pt x="61468" y="1524"/>
                  </a:cubicBezTo>
                  <a:lnTo>
                    <a:pt x="63373" y="10922"/>
                  </a:lnTo>
                  <a:lnTo>
                    <a:pt x="61468" y="1524"/>
                  </a:lnTo>
                  <a:cubicBezTo>
                    <a:pt x="66421" y="508"/>
                    <a:pt x="71374" y="0"/>
                    <a:pt x="76327" y="0"/>
                  </a:cubicBezTo>
                  <a:lnTo>
                    <a:pt x="76327" y="9525"/>
                  </a:lnTo>
                  <a:lnTo>
                    <a:pt x="76327" y="0"/>
                  </a:lnTo>
                  <a:lnTo>
                    <a:pt x="5257927" y="0"/>
                  </a:lnTo>
                  <a:lnTo>
                    <a:pt x="5257927" y="9525"/>
                  </a:lnTo>
                  <a:lnTo>
                    <a:pt x="5257927" y="0"/>
                  </a:lnTo>
                  <a:cubicBezTo>
                    <a:pt x="5262880" y="0"/>
                    <a:pt x="5267833" y="508"/>
                    <a:pt x="5272786" y="1524"/>
                  </a:cubicBezTo>
                  <a:lnTo>
                    <a:pt x="5270881" y="10922"/>
                  </a:lnTo>
                  <a:lnTo>
                    <a:pt x="5272786" y="1524"/>
                  </a:lnTo>
                  <a:cubicBezTo>
                    <a:pt x="5277739" y="2540"/>
                    <a:pt x="5282438" y="3937"/>
                    <a:pt x="5287137" y="5842"/>
                  </a:cubicBezTo>
                  <a:lnTo>
                    <a:pt x="5283454" y="14605"/>
                  </a:lnTo>
                  <a:lnTo>
                    <a:pt x="5287137" y="5842"/>
                  </a:lnTo>
                  <a:cubicBezTo>
                    <a:pt x="5291709" y="7747"/>
                    <a:pt x="5296154" y="10160"/>
                    <a:pt x="5300345" y="12827"/>
                  </a:cubicBezTo>
                  <a:lnTo>
                    <a:pt x="5300345" y="12827"/>
                  </a:lnTo>
                  <a:lnTo>
                    <a:pt x="5300345" y="12827"/>
                  </a:lnTo>
                  <a:cubicBezTo>
                    <a:pt x="5304536" y="15621"/>
                    <a:pt x="5308346" y="18796"/>
                    <a:pt x="5311902" y="22352"/>
                  </a:cubicBezTo>
                  <a:lnTo>
                    <a:pt x="5305171" y="29083"/>
                  </a:lnTo>
                  <a:lnTo>
                    <a:pt x="5311902" y="22352"/>
                  </a:lnTo>
                  <a:cubicBezTo>
                    <a:pt x="5315458" y="25908"/>
                    <a:pt x="5318633" y="29718"/>
                    <a:pt x="5321427" y="33909"/>
                  </a:cubicBezTo>
                  <a:lnTo>
                    <a:pt x="5313553" y="39243"/>
                  </a:lnTo>
                  <a:lnTo>
                    <a:pt x="5321427" y="33909"/>
                  </a:lnTo>
                  <a:cubicBezTo>
                    <a:pt x="5324221" y="38100"/>
                    <a:pt x="5326507" y="42418"/>
                    <a:pt x="5328412" y="47117"/>
                  </a:cubicBezTo>
                  <a:lnTo>
                    <a:pt x="5328412" y="47117"/>
                  </a:lnTo>
                  <a:lnTo>
                    <a:pt x="5328412" y="47117"/>
                  </a:lnTo>
                  <a:cubicBezTo>
                    <a:pt x="5330317" y="51689"/>
                    <a:pt x="5331714" y="56515"/>
                    <a:pt x="5332730" y="61468"/>
                  </a:cubicBezTo>
                  <a:lnTo>
                    <a:pt x="5323332" y="63373"/>
                  </a:lnTo>
                  <a:lnTo>
                    <a:pt x="5332730" y="61468"/>
                  </a:lnTo>
                  <a:cubicBezTo>
                    <a:pt x="5333746" y="66421"/>
                    <a:pt x="5334254" y="71374"/>
                    <a:pt x="5334254" y="76327"/>
                  </a:cubicBezTo>
                  <a:lnTo>
                    <a:pt x="5324729" y="76327"/>
                  </a:lnTo>
                  <a:lnTo>
                    <a:pt x="5334254" y="76327"/>
                  </a:lnTo>
                  <a:lnTo>
                    <a:pt x="5334254" y="2171827"/>
                  </a:lnTo>
                  <a:lnTo>
                    <a:pt x="5324729" y="2171827"/>
                  </a:lnTo>
                  <a:lnTo>
                    <a:pt x="5334254" y="2171827"/>
                  </a:lnTo>
                  <a:cubicBezTo>
                    <a:pt x="5334254" y="2176780"/>
                    <a:pt x="5333746" y="2181733"/>
                    <a:pt x="5332730" y="2186686"/>
                  </a:cubicBezTo>
                  <a:lnTo>
                    <a:pt x="5332730" y="2186686"/>
                  </a:lnTo>
                  <a:lnTo>
                    <a:pt x="5332730" y="2186686"/>
                  </a:lnTo>
                  <a:cubicBezTo>
                    <a:pt x="5331714" y="2191639"/>
                    <a:pt x="5330317" y="2196338"/>
                    <a:pt x="5328412" y="2201037"/>
                  </a:cubicBezTo>
                  <a:lnTo>
                    <a:pt x="5328412" y="2201037"/>
                  </a:lnTo>
                  <a:lnTo>
                    <a:pt x="5328412" y="2201037"/>
                  </a:lnTo>
                  <a:cubicBezTo>
                    <a:pt x="5326507" y="2205609"/>
                    <a:pt x="5324094" y="2210054"/>
                    <a:pt x="5321427" y="2214245"/>
                  </a:cubicBezTo>
                  <a:lnTo>
                    <a:pt x="5313553" y="2208911"/>
                  </a:lnTo>
                  <a:lnTo>
                    <a:pt x="5321427" y="2214245"/>
                  </a:lnTo>
                  <a:cubicBezTo>
                    <a:pt x="5318633" y="2218436"/>
                    <a:pt x="5315458" y="2222246"/>
                    <a:pt x="5311902" y="2225802"/>
                  </a:cubicBezTo>
                  <a:lnTo>
                    <a:pt x="5311902" y="2225802"/>
                  </a:lnTo>
                  <a:lnTo>
                    <a:pt x="5311902" y="2225802"/>
                  </a:lnTo>
                  <a:cubicBezTo>
                    <a:pt x="5308346" y="2229358"/>
                    <a:pt x="5304537" y="2232533"/>
                    <a:pt x="5300345" y="2235327"/>
                  </a:cubicBezTo>
                  <a:lnTo>
                    <a:pt x="5300345" y="2235327"/>
                  </a:lnTo>
                  <a:lnTo>
                    <a:pt x="5300345" y="2235327"/>
                  </a:lnTo>
                  <a:cubicBezTo>
                    <a:pt x="5296155" y="2238121"/>
                    <a:pt x="5291836" y="2240407"/>
                    <a:pt x="5287137" y="2242312"/>
                  </a:cubicBezTo>
                  <a:lnTo>
                    <a:pt x="5283454" y="2233549"/>
                  </a:lnTo>
                  <a:lnTo>
                    <a:pt x="5287137" y="2242312"/>
                  </a:lnTo>
                  <a:cubicBezTo>
                    <a:pt x="5282565" y="2244217"/>
                    <a:pt x="5277739" y="2245614"/>
                    <a:pt x="5272786" y="2246630"/>
                  </a:cubicBezTo>
                  <a:lnTo>
                    <a:pt x="5270881" y="2237232"/>
                  </a:lnTo>
                  <a:lnTo>
                    <a:pt x="5272786" y="2246630"/>
                  </a:lnTo>
                  <a:cubicBezTo>
                    <a:pt x="5267833" y="2247646"/>
                    <a:pt x="5262880" y="2248154"/>
                    <a:pt x="5257927" y="2248154"/>
                  </a:cubicBezTo>
                  <a:lnTo>
                    <a:pt x="5257927" y="2248154"/>
                  </a:lnTo>
                  <a:lnTo>
                    <a:pt x="5257927" y="2248154"/>
                  </a:lnTo>
                  <a:lnTo>
                    <a:pt x="76327" y="2248154"/>
                  </a:lnTo>
                  <a:lnTo>
                    <a:pt x="76327" y="2248154"/>
                  </a:lnTo>
                  <a:lnTo>
                    <a:pt x="76327" y="2248154"/>
                  </a:lnTo>
                  <a:cubicBezTo>
                    <a:pt x="71374" y="2248154"/>
                    <a:pt x="66421" y="2247646"/>
                    <a:pt x="61468" y="2246630"/>
                  </a:cubicBezTo>
                  <a:lnTo>
                    <a:pt x="63373" y="2237232"/>
                  </a:lnTo>
                  <a:lnTo>
                    <a:pt x="61468" y="2246630"/>
                  </a:lnTo>
                  <a:cubicBezTo>
                    <a:pt x="56515" y="2245614"/>
                    <a:pt x="51816" y="2244217"/>
                    <a:pt x="47117" y="2242312"/>
                  </a:cubicBezTo>
                  <a:lnTo>
                    <a:pt x="50800" y="2233549"/>
                  </a:lnTo>
                  <a:lnTo>
                    <a:pt x="47117" y="2242312"/>
                  </a:lnTo>
                  <a:cubicBezTo>
                    <a:pt x="42545" y="2240407"/>
                    <a:pt x="38100" y="2237994"/>
                    <a:pt x="33909" y="2235327"/>
                  </a:cubicBezTo>
                  <a:lnTo>
                    <a:pt x="33909" y="2235327"/>
                  </a:lnTo>
                  <a:lnTo>
                    <a:pt x="33909" y="2235327"/>
                  </a:lnTo>
                  <a:cubicBezTo>
                    <a:pt x="29718" y="2232533"/>
                    <a:pt x="25908" y="2229358"/>
                    <a:pt x="22352" y="2225802"/>
                  </a:cubicBezTo>
                  <a:lnTo>
                    <a:pt x="22352" y="2225802"/>
                  </a:lnTo>
                  <a:lnTo>
                    <a:pt x="22352" y="2225802"/>
                  </a:lnTo>
                  <a:cubicBezTo>
                    <a:pt x="18796" y="2222246"/>
                    <a:pt x="15621" y="2218436"/>
                    <a:pt x="12827" y="2214245"/>
                  </a:cubicBezTo>
                  <a:lnTo>
                    <a:pt x="12827" y="2214245"/>
                  </a:lnTo>
                  <a:lnTo>
                    <a:pt x="12827" y="2214245"/>
                  </a:lnTo>
                  <a:cubicBezTo>
                    <a:pt x="10033" y="2210054"/>
                    <a:pt x="7747" y="2205736"/>
                    <a:pt x="5842" y="2201037"/>
                  </a:cubicBezTo>
                  <a:lnTo>
                    <a:pt x="5842" y="2201037"/>
                  </a:lnTo>
                  <a:lnTo>
                    <a:pt x="5842" y="2201037"/>
                  </a:lnTo>
                  <a:cubicBezTo>
                    <a:pt x="3937" y="2196465"/>
                    <a:pt x="2540" y="2191639"/>
                    <a:pt x="1524" y="2186686"/>
                  </a:cubicBezTo>
                  <a:lnTo>
                    <a:pt x="1524" y="2186686"/>
                  </a:lnTo>
                  <a:lnTo>
                    <a:pt x="1524" y="2186686"/>
                  </a:lnTo>
                  <a:cubicBezTo>
                    <a:pt x="508" y="2181733"/>
                    <a:pt x="0" y="2176780"/>
                    <a:pt x="0" y="2171827"/>
                  </a:cubicBezTo>
                  <a:lnTo>
                    <a:pt x="9525" y="2171827"/>
                  </a:lnTo>
                  <a:lnTo>
                    <a:pt x="0" y="2171827"/>
                  </a:lnTo>
                  <a:moveTo>
                    <a:pt x="19050" y="2171827"/>
                  </a:moveTo>
                  <a:cubicBezTo>
                    <a:pt x="19050" y="2175637"/>
                    <a:pt x="19431" y="2179320"/>
                    <a:pt x="20193" y="2183003"/>
                  </a:cubicBezTo>
                  <a:lnTo>
                    <a:pt x="10795" y="2184908"/>
                  </a:lnTo>
                  <a:lnTo>
                    <a:pt x="20193" y="2183003"/>
                  </a:lnTo>
                  <a:cubicBezTo>
                    <a:pt x="20955" y="2186686"/>
                    <a:pt x="21971" y="2190242"/>
                    <a:pt x="23495" y="2193671"/>
                  </a:cubicBezTo>
                  <a:lnTo>
                    <a:pt x="14732" y="2197354"/>
                  </a:lnTo>
                  <a:lnTo>
                    <a:pt x="23495" y="2193671"/>
                  </a:lnTo>
                  <a:cubicBezTo>
                    <a:pt x="24892" y="2197100"/>
                    <a:pt x="26670" y="2200402"/>
                    <a:pt x="28829" y="2203577"/>
                  </a:cubicBezTo>
                  <a:lnTo>
                    <a:pt x="20955" y="2208911"/>
                  </a:lnTo>
                  <a:lnTo>
                    <a:pt x="28829" y="2203577"/>
                  </a:lnTo>
                  <a:cubicBezTo>
                    <a:pt x="30861" y="2206752"/>
                    <a:pt x="33274" y="2209546"/>
                    <a:pt x="35941" y="2212213"/>
                  </a:cubicBezTo>
                  <a:lnTo>
                    <a:pt x="29210" y="2218944"/>
                  </a:lnTo>
                  <a:lnTo>
                    <a:pt x="35941" y="2212213"/>
                  </a:lnTo>
                  <a:cubicBezTo>
                    <a:pt x="38608" y="2214880"/>
                    <a:pt x="41529" y="2217293"/>
                    <a:pt x="44577" y="2219325"/>
                  </a:cubicBezTo>
                  <a:lnTo>
                    <a:pt x="39243" y="2227199"/>
                  </a:lnTo>
                  <a:lnTo>
                    <a:pt x="44577" y="2219325"/>
                  </a:lnTo>
                  <a:cubicBezTo>
                    <a:pt x="47752" y="2221357"/>
                    <a:pt x="50927" y="2223135"/>
                    <a:pt x="54483" y="2224659"/>
                  </a:cubicBezTo>
                  <a:lnTo>
                    <a:pt x="54483" y="2224659"/>
                  </a:lnTo>
                  <a:lnTo>
                    <a:pt x="54483" y="2224659"/>
                  </a:lnTo>
                  <a:cubicBezTo>
                    <a:pt x="57912" y="2226056"/>
                    <a:pt x="61468" y="2227199"/>
                    <a:pt x="65151" y="2227961"/>
                  </a:cubicBezTo>
                  <a:cubicBezTo>
                    <a:pt x="68834" y="2228723"/>
                    <a:pt x="72517" y="2229104"/>
                    <a:pt x="76327" y="2229104"/>
                  </a:cubicBezTo>
                  <a:lnTo>
                    <a:pt x="76327" y="2238629"/>
                  </a:lnTo>
                  <a:lnTo>
                    <a:pt x="76327" y="2229104"/>
                  </a:lnTo>
                  <a:lnTo>
                    <a:pt x="5257927" y="2229104"/>
                  </a:lnTo>
                  <a:lnTo>
                    <a:pt x="5257927" y="2238629"/>
                  </a:lnTo>
                  <a:lnTo>
                    <a:pt x="5257927" y="2229104"/>
                  </a:lnTo>
                  <a:cubicBezTo>
                    <a:pt x="5261737" y="2229104"/>
                    <a:pt x="5265420" y="2228723"/>
                    <a:pt x="5269103" y="2227961"/>
                  </a:cubicBezTo>
                  <a:cubicBezTo>
                    <a:pt x="5272786" y="2227199"/>
                    <a:pt x="5276342" y="2226183"/>
                    <a:pt x="5279771" y="2224659"/>
                  </a:cubicBezTo>
                  <a:lnTo>
                    <a:pt x="5279771" y="2224659"/>
                  </a:lnTo>
                  <a:lnTo>
                    <a:pt x="5279771" y="2224659"/>
                  </a:lnTo>
                  <a:cubicBezTo>
                    <a:pt x="5283200" y="2223262"/>
                    <a:pt x="5286502" y="2221484"/>
                    <a:pt x="5289677" y="2219325"/>
                  </a:cubicBezTo>
                  <a:lnTo>
                    <a:pt x="5295011" y="2227199"/>
                  </a:lnTo>
                  <a:lnTo>
                    <a:pt x="5289677" y="2219325"/>
                  </a:lnTo>
                  <a:cubicBezTo>
                    <a:pt x="5292852" y="2217293"/>
                    <a:pt x="5295646" y="2214880"/>
                    <a:pt x="5298313" y="2212213"/>
                  </a:cubicBezTo>
                  <a:lnTo>
                    <a:pt x="5305044" y="2218944"/>
                  </a:lnTo>
                  <a:lnTo>
                    <a:pt x="5298313" y="2212213"/>
                  </a:lnTo>
                  <a:cubicBezTo>
                    <a:pt x="5300980" y="2209546"/>
                    <a:pt x="5303393" y="2206625"/>
                    <a:pt x="5305425" y="2203577"/>
                  </a:cubicBezTo>
                  <a:lnTo>
                    <a:pt x="5305425" y="2203577"/>
                  </a:lnTo>
                  <a:lnTo>
                    <a:pt x="5305425" y="2203577"/>
                  </a:lnTo>
                  <a:cubicBezTo>
                    <a:pt x="5307457" y="2200402"/>
                    <a:pt x="5309235" y="2197227"/>
                    <a:pt x="5310759" y="2193671"/>
                  </a:cubicBezTo>
                  <a:lnTo>
                    <a:pt x="5319522" y="2197354"/>
                  </a:lnTo>
                  <a:lnTo>
                    <a:pt x="5310759" y="2193671"/>
                  </a:lnTo>
                  <a:cubicBezTo>
                    <a:pt x="5312156" y="2190242"/>
                    <a:pt x="5313299" y="2186686"/>
                    <a:pt x="5314061" y="2183003"/>
                  </a:cubicBezTo>
                  <a:lnTo>
                    <a:pt x="5323459" y="2184908"/>
                  </a:lnTo>
                  <a:lnTo>
                    <a:pt x="5314061" y="2183003"/>
                  </a:lnTo>
                  <a:cubicBezTo>
                    <a:pt x="5314823" y="2179320"/>
                    <a:pt x="5315204" y="2175637"/>
                    <a:pt x="5315204" y="2171827"/>
                  </a:cubicBezTo>
                  <a:lnTo>
                    <a:pt x="5315204" y="76327"/>
                  </a:lnTo>
                  <a:cubicBezTo>
                    <a:pt x="5315204" y="72517"/>
                    <a:pt x="5314823" y="68834"/>
                    <a:pt x="5314061" y="65151"/>
                  </a:cubicBezTo>
                  <a:cubicBezTo>
                    <a:pt x="5313299" y="61468"/>
                    <a:pt x="5312283" y="57912"/>
                    <a:pt x="5310759" y="54483"/>
                  </a:cubicBezTo>
                  <a:lnTo>
                    <a:pt x="5319522" y="50800"/>
                  </a:lnTo>
                  <a:lnTo>
                    <a:pt x="5310759" y="54483"/>
                  </a:lnTo>
                  <a:cubicBezTo>
                    <a:pt x="5309362" y="51054"/>
                    <a:pt x="5307584" y="47752"/>
                    <a:pt x="5305425" y="44577"/>
                  </a:cubicBezTo>
                  <a:cubicBezTo>
                    <a:pt x="5303266" y="41402"/>
                    <a:pt x="5300980" y="38608"/>
                    <a:pt x="5298313" y="35941"/>
                  </a:cubicBezTo>
                  <a:cubicBezTo>
                    <a:pt x="5295646" y="33274"/>
                    <a:pt x="5292725" y="30861"/>
                    <a:pt x="5289677" y="28829"/>
                  </a:cubicBezTo>
                  <a:lnTo>
                    <a:pt x="5295011" y="20955"/>
                  </a:lnTo>
                  <a:lnTo>
                    <a:pt x="5289677" y="28829"/>
                  </a:lnTo>
                  <a:cubicBezTo>
                    <a:pt x="5286502" y="26797"/>
                    <a:pt x="5283327" y="25019"/>
                    <a:pt x="5279771" y="23495"/>
                  </a:cubicBezTo>
                  <a:cubicBezTo>
                    <a:pt x="5276215" y="21971"/>
                    <a:pt x="5272786" y="20955"/>
                    <a:pt x="5269103" y="20193"/>
                  </a:cubicBezTo>
                  <a:lnTo>
                    <a:pt x="5269103" y="20193"/>
                  </a:lnTo>
                  <a:lnTo>
                    <a:pt x="5269103" y="20193"/>
                  </a:lnTo>
                  <a:cubicBezTo>
                    <a:pt x="5265420" y="19431"/>
                    <a:pt x="5261737" y="19050"/>
                    <a:pt x="5257927" y="19050"/>
                  </a:cubicBezTo>
                  <a:lnTo>
                    <a:pt x="76327" y="19050"/>
                  </a:lnTo>
                  <a:cubicBezTo>
                    <a:pt x="72517" y="19050"/>
                    <a:pt x="68834" y="19431"/>
                    <a:pt x="65151" y="20193"/>
                  </a:cubicBezTo>
                  <a:lnTo>
                    <a:pt x="65151" y="20193"/>
                  </a:lnTo>
                  <a:lnTo>
                    <a:pt x="65151" y="20193"/>
                  </a:lnTo>
                  <a:cubicBezTo>
                    <a:pt x="61468" y="20955"/>
                    <a:pt x="57912" y="21971"/>
                    <a:pt x="54483" y="23495"/>
                  </a:cubicBezTo>
                  <a:lnTo>
                    <a:pt x="50800" y="14732"/>
                  </a:lnTo>
                  <a:lnTo>
                    <a:pt x="54483" y="23495"/>
                  </a:lnTo>
                  <a:cubicBezTo>
                    <a:pt x="51054" y="24892"/>
                    <a:pt x="47752" y="26670"/>
                    <a:pt x="44577" y="28829"/>
                  </a:cubicBezTo>
                  <a:lnTo>
                    <a:pt x="44577" y="28829"/>
                  </a:lnTo>
                  <a:lnTo>
                    <a:pt x="44577" y="28829"/>
                  </a:lnTo>
                  <a:cubicBezTo>
                    <a:pt x="41402" y="30861"/>
                    <a:pt x="38608" y="33274"/>
                    <a:pt x="35941" y="35941"/>
                  </a:cubicBezTo>
                  <a:cubicBezTo>
                    <a:pt x="33274" y="38608"/>
                    <a:pt x="30861" y="41529"/>
                    <a:pt x="28829" y="44577"/>
                  </a:cubicBezTo>
                  <a:cubicBezTo>
                    <a:pt x="26797" y="47625"/>
                    <a:pt x="25019" y="50927"/>
                    <a:pt x="23495" y="54483"/>
                  </a:cubicBezTo>
                  <a:lnTo>
                    <a:pt x="14732" y="50800"/>
                  </a:lnTo>
                  <a:lnTo>
                    <a:pt x="23495" y="54483"/>
                  </a:lnTo>
                  <a:cubicBezTo>
                    <a:pt x="22098" y="57912"/>
                    <a:pt x="20955" y="61468"/>
                    <a:pt x="20193" y="65151"/>
                  </a:cubicBezTo>
                  <a:lnTo>
                    <a:pt x="10795" y="63246"/>
                  </a:lnTo>
                  <a:lnTo>
                    <a:pt x="20193" y="65151"/>
                  </a:lnTo>
                  <a:cubicBezTo>
                    <a:pt x="19431" y="68834"/>
                    <a:pt x="19050" y="72517"/>
                    <a:pt x="19050" y="76327"/>
                  </a:cubicBezTo>
                  <a:lnTo>
                    <a:pt x="19050" y="2171827"/>
                  </a:ln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484378" y="389382"/>
              <a:ext cx="457708" cy="457708"/>
            </a:xfrm>
            <a:custGeom>
              <a:avLst/>
              <a:gdLst/>
              <a:ahLst/>
              <a:cxnLst/>
              <a:rect r="r" b="b" t="t" l="l"/>
              <a:pathLst>
                <a:path h="457708" w="457708">
                  <a:moveTo>
                    <a:pt x="457708" y="228854"/>
                  </a:moveTo>
                  <a:cubicBezTo>
                    <a:pt x="457708" y="236347"/>
                    <a:pt x="457327" y="243840"/>
                    <a:pt x="456565" y="251206"/>
                  </a:cubicBezTo>
                  <a:cubicBezTo>
                    <a:pt x="455803" y="258572"/>
                    <a:pt x="454787" y="266065"/>
                    <a:pt x="453263" y="273431"/>
                  </a:cubicBezTo>
                  <a:cubicBezTo>
                    <a:pt x="451739" y="280797"/>
                    <a:pt x="449961" y="288036"/>
                    <a:pt x="447802" y="295148"/>
                  </a:cubicBezTo>
                  <a:cubicBezTo>
                    <a:pt x="445643" y="302260"/>
                    <a:pt x="443103" y="309372"/>
                    <a:pt x="440182" y="316230"/>
                  </a:cubicBezTo>
                  <a:cubicBezTo>
                    <a:pt x="437261" y="323088"/>
                    <a:pt x="434086" y="329946"/>
                    <a:pt x="430530" y="336550"/>
                  </a:cubicBezTo>
                  <a:cubicBezTo>
                    <a:pt x="426974" y="343154"/>
                    <a:pt x="423164" y="349504"/>
                    <a:pt x="418973" y="355854"/>
                  </a:cubicBezTo>
                  <a:cubicBezTo>
                    <a:pt x="414782" y="362204"/>
                    <a:pt x="410337" y="368046"/>
                    <a:pt x="405638" y="373888"/>
                  </a:cubicBezTo>
                  <a:cubicBezTo>
                    <a:pt x="400939" y="379730"/>
                    <a:pt x="395859" y="385191"/>
                    <a:pt x="390525" y="390525"/>
                  </a:cubicBezTo>
                  <a:cubicBezTo>
                    <a:pt x="385191" y="395859"/>
                    <a:pt x="379730" y="400812"/>
                    <a:pt x="373888" y="405638"/>
                  </a:cubicBezTo>
                  <a:cubicBezTo>
                    <a:pt x="368046" y="410464"/>
                    <a:pt x="362077" y="414782"/>
                    <a:pt x="355854" y="418973"/>
                  </a:cubicBezTo>
                  <a:cubicBezTo>
                    <a:pt x="349631" y="423164"/>
                    <a:pt x="343154" y="426974"/>
                    <a:pt x="336550" y="430530"/>
                  </a:cubicBezTo>
                  <a:cubicBezTo>
                    <a:pt x="329946" y="434086"/>
                    <a:pt x="323215" y="437261"/>
                    <a:pt x="316230" y="440182"/>
                  </a:cubicBezTo>
                  <a:cubicBezTo>
                    <a:pt x="309245" y="443103"/>
                    <a:pt x="302260" y="445516"/>
                    <a:pt x="295148" y="447802"/>
                  </a:cubicBezTo>
                  <a:cubicBezTo>
                    <a:pt x="288036" y="450088"/>
                    <a:pt x="280670" y="451739"/>
                    <a:pt x="273431" y="453263"/>
                  </a:cubicBezTo>
                  <a:cubicBezTo>
                    <a:pt x="266192" y="454787"/>
                    <a:pt x="258699" y="455803"/>
                    <a:pt x="251206" y="456565"/>
                  </a:cubicBezTo>
                  <a:cubicBezTo>
                    <a:pt x="243713" y="457327"/>
                    <a:pt x="236347" y="457708"/>
                    <a:pt x="228854" y="457708"/>
                  </a:cubicBezTo>
                  <a:cubicBezTo>
                    <a:pt x="221361" y="457708"/>
                    <a:pt x="213868" y="457327"/>
                    <a:pt x="206502" y="456565"/>
                  </a:cubicBezTo>
                  <a:cubicBezTo>
                    <a:pt x="199136" y="455803"/>
                    <a:pt x="191643" y="454787"/>
                    <a:pt x="184277" y="453263"/>
                  </a:cubicBezTo>
                  <a:cubicBezTo>
                    <a:pt x="176911" y="451739"/>
                    <a:pt x="169672" y="449961"/>
                    <a:pt x="162560" y="447802"/>
                  </a:cubicBezTo>
                  <a:cubicBezTo>
                    <a:pt x="155448" y="445643"/>
                    <a:pt x="148336" y="443103"/>
                    <a:pt x="141478" y="440182"/>
                  </a:cubicBezTo>
                  <a:cubicBezTo>
                    <a:pt x="134620" y="437261"/>
                    <a:pt x="127762" y="434086"/>
                    <a:pt x="121158" y="430530"/>
                  </a:cubicBezTo>
                  <a:cubicBezTo>
                    <a:pt x="114554" y="426974"/>
                    <a:pt x="108204" y="423164"/>
                    <a:pt x="101854" y="418973"/>
                  </a:cubicBezTo>
                  <a:cubicBezTo>
                    <a:pt x="95504" y="414782"/>
                    <a:pt x="89662" y="410337"/>
                    <a:pt x="83820" y="405638"/>
                  </a:cubicBezTo>
                  <a:cubicBezTo>
                    <a:pt x="77978" y="400939"/>
                    <a:pt x="72517" y="395859"/>
                    <a:pt x="67183" y="390525"/>
                  </a:cubicBezTo>
                  <a:cubicBezTo>
                    <a:pt x="61849" y="385191"/>
                    <a:pt x="56896" y="379730"/>
                    <a:pt x="52070" y="373888"/>
                  </a:cubicBezTo>
                  <a:cubicBezTo>
                    <a:pt x="47244" y="368046"/>
                    <a:pt x="42926" y="362077"/>
                    <a:pt x="38735" y="355854"/>
                  </a:cubicBezTo>
                  <a:cubicBezTo>
                    <a:pt x="34544" y="349631"/>
                    <a:pt x="30734" y="343154"/>
                    <a:pt x="27178" y="336550"/>
                  </a:cubicBezTo>
                  <a:cubicBezTo>
                    <a:pt x="23622" y="329946"/>
                    <a:pt x="20447" y="323215"/>
                    <a:pt x="17526" y="316230"/>
                  </a:cubicBezTo>
                  <a:cubicBezTo>
                    <a:pt x="14605" y="309245"/>
                    <a:pt x="12192" y="302260"/>
                    <a:pt x="9906" y="295148"/>
                  </a:cubicBezTo>
                  <a:cubicBezTo>
                    <a:pt x="7620" y="288036"/>
                    <a:pt x="5969" y="280670"/>
                    <a:pt x="4445" y="273431"/>
                  </a:cubicBezTo>
                  <a:cubicBezTo>
                    <a:pt x="2921" y="266192"/>
                    <a:pt x="1905" y="258699"/>
                    <a:pt x="1143" y="251206"/>
                  </a:cubicBezTo>
                  <a:cubicBezTo>
                    <a:pt x="381" y="243713"/>
                    <a:pt x="0" y="236347"/>
                    <a:pt x="0" y="228854"/>
                  </a:cubicBezTo>
                  <a:cubicBezTo>
                    <a:pt x="0" y="221361"/>
                    <a:pt x="381" y="213868"/>
                    <a:pt x="1143" y="206502"/>
                  </a:cubicBezTo>
                  <a:cubicBezTo>
                    <a:pt x="1905" y="199136"/>
                    <a:pt x="2921" y="191643"/>
                    <a:pt x="4445" y="184277"/>
                  </a:cubicBezTo>
                  <a:cubicBezTo>
                    <a:pt x="5969" y="176911"/>
                    <a:pt x="7747" y="169672"/>
                    <a:pt x="9906" y="162560"/>
                  </a:cubicBezTo>
                  <a:cubicBezTo>
                    <a:pt x="12065" y="155448"/>
                    <a:pt x="14605" y="148336"/>
                    <a:pt x="17526" y="141478"/>
                  </a:cubicBezTo>
                  <a:cubicBezTo>
                    <a:pt x="20447" y="134620"/>
                    <a:pt x="23622" y="127762"/>
                    <a:pt x="27178" y="121158"/>
                  </a:cubicBezTo>
                  <a:cubicBezTo>
                    <a:pt x="30734" y="114554"/>
                    <a:pt x="34544" y="108204"/>
                    <a:pt x="38735" y="101854"/>
                  </a:cubicBezTo>
                  <a:cubicBezTo>
                    <a:pt x="42926" y="95504"/>
                    <a:pt x="47371" y="89662"/>
                    <a:pt x="52070" y="83820"/>
                  </a:cubicBezTo>
                  <a:cubicBezTo>
                    <a:pt x="56769" y="77978"/>
                    <a:pt x="61849" y="72517"/>
                    <a:pt x="67183" y="67183"/>
                  </a:cubicBezTo>
                  <a:cubicBezTo>
                    <a:pt x="72517" y="61849"/>
                    <a:pt x="77978" y="56896"/>
                    <a:pt x="83820" y="52070"/>
                  </a:cubicBezTo>
                  <a:cubicBezTo>
                    <a:pt x="89662" y="47244"/>
                    <a:pt x="95631" y="42926"/>
                    <a:pt x="101854" y="38735"/>
                  </a:cubicBezTo>
                  <a:cubicBezTo>
                    <a:pt x="108077" y="34544"/>
                    <a:pt x="114554" y="30734"/>
                    <a:pt x="121158" y="27178"/>
                  </a:cubicBezTo>
                  <a:cubicBezTo>
                    <a:pt x="127762" y="23622"/>
                    <a:pt x="134493" y="20447"/>
                    <a:pt x="141478" y="17526"/>
                  </a:cubicBezTo>
                  <a:cubicBezTo>
                    <a:pt x="148463" y="14605"/>
                    <a:pt x="155448" y="12192"/>
                    <a:pt x="162560" y="9906"/>
                  </a:cubicBezTo>
                  <a:cubicBezTo>
                    <a:pt x="169672" y="7620"/>
                    <a:pt x="177038" y="5969"/>
                    <a:pt x="184277" y="4445"/>
                  </a:cubicBezTo>
                  <a:cubicBezTo>
                    <a:pt x="191516" y="2921"/>
                    <a:pt x="199009" y="1905"/>
                    <a:pt x="206502" y="1143"/>
                  </a:cubicBezTo>
                  <a:cubicBezTo>
                    <a:pt x="213995" y="381"/>
                    <a:pt x="221361" y="0"/>
                    <a:pt x="228854" y="0"/>
                  </a:cubicBezTo>
                  <a:cubicBezTo>
                    <a:pt x="236347" y="0"/>
                    <a:pt x="243840" y="381"/>
                    <a:pt x="251206" y="1143"/>
                  </a:cubicBezTo>
                  <a:cubicBezTo>
                    <a:pt x="258572" y="1905"/>
                    <a:pt x="266065" y="2921"/>
                    <a:pt x="273431" y="4445"/>
                  </a:cubicBezTo>
                  <a:cubicBezTo>
                    <a:pt x="280797" y="5969"/>
                    <a:pt x="288036" y="7747"/>
                    <a:pt x="295148" y="9906"/>
                  </a:cubicBezTo>
                  <a:cubicBezTo>
                    <a:pt x="302260" y="12065"/>
                    <a:pt x="309372" y="14605"/>
                    <a:pt x="316230" y="17526"/>
                  </a:cubicBezTo>
                  <a:cubicBezTo>
                    <a:pt x="323088" y="20447"/>
                    <a:pt x="329946" y="23622"/>
                    <a:pt x="336550" y="27178"/>
                  </a:cubicBezTo>
                  <a:cubicBezTo>
                    <a:pt x="343154" y="30734"/>
                    <a:pt x="349504" y="34544"/>
                    <a:pt x="355854" y="38735"/>
                  </a:cubicBezTo>
                  <a:cubicBezTo>
                    <a:pt x="362204" y="42926"/>
                    <a:pt x="368046" y="47371"/>
                    <a:pt x="373888" y="52070"/>
                  </a:cubicBezTo>
                  <a:cubicBezTo>
                    <a:pt x="379730" y="56769"/>
                    <a:pt x="385191" y="61849"/>
                    <a:pt x="390525" y="67183"/>
                  </a:cubicBezTo>
                  <a:cubicBezTo>
                    <a:pt x="395859" y="72517"/>
                    <a:pt x="400812" y="77978"/>
                    <a:pt x="405638" y="83820"/>
                  </a:cubicBezTo>
                  <a:cubicBezTo>
                    <a:pt x="410464" y="89662"/>
                    <a:pt x="414782" y="95631"/>
                    <a:pt x="418973" y="101854"/>
                  </a:cubicBezTo>
                  <a:cubicBezTo>
                    <a:pt x="423164" y="108077"/>
                    <a:pt x="426974" y="114554"/>
                    <a:pt x="430530" y="121158"/>
                  </a:cubicBezTo>
                  <a:cubicBezTo>
                    <a:pt x="434086" y="127762"/>
                    <a:pt x="437261" y="134493"/>
                    <a:pt x="440182" y="141478"/>
                  </a:cubicBezTo>
                  <a:cubicBezTo>
                    <a:pt x="443103" y="148463"/>
                    <a:pt x="445516" y="155448"/>
                    <a:pt x="447802" y="162560"/>
                  </a:cubicBezTo>
                  <a:cubicBezTo>
                    <a:pt x="450088" y="169672"/>
                    <a:pt x="451739" y="177038"/>
                    <a:pt x="453263" y="184277"/>
                  </a:cubicBezTo>
                  <a:cubicBezTo>
                    <a:pt x="454787" y="191516"/>
                    <a:pt x="455803" y="199009"/>
                    <a:pt x="456565" y="206502"/>
                  </a:cubicBezTo>
                  <a:cubicBezTo>
                    <a:pt x="457327" y="213995"/>
                    <a:pt x="457708" y="221361"/>
                    <a:pt x="457708" y="228854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308592" y="2801722"/>
            <a:ext cx="8129016" cy="3502152"/>
            <a:chOff x="0" y="0"/>
            <a:chExt cx="7225792" cy="311302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225792" cy="3113024"/>
            </a:xfrm>
            <a:custGeom>
              <a:avLst/>
              <a:gdLst/>
              <a:ahLst/>
              <a:cxnLst/>
              <a:rect r="r" b="b" t="t" l="l"/>
              <a:pathLst>
                <a:path h="3113024" w="7225792">
                  <a:moveTo>
                    <a:pt x="7067296" y="19812"/>
                  </a:moveTo>
                  <a:cubicBezTo>
                    <a:pt x="7079107" y="19812"/>
                    <a:pt x="7090410" y="22098"/>
                    <a:pt x="7101332" y="26543"/>
                  </a:cubicBezTo>
                  <a:cubicBezTo>
                    <a:pt x="7112253" y="30988"/>
                    <a:pt x="7121778" y="37465"/>
                    <a:pt x="7130161" y="45847"/>
                  </a:cubicBezTo>
                  <a:cubicBezTo>
                    <a:pt x="7138543" y="54229"/>
                    <a:pt x="7144893" y="63754"/>
                    <a:pt x="7149464" y="74676"/>
                  </a:cubicBezTo>
                  <a:cubicBezTo>
                    <a:pt x="7154037" y="85598"/>
                    <a:pt x="7156196" y="96901"/>
                    <a:pt x="7156196" y="108712"/>
                  </a:cubicBezTo>
                  <a:lnTo>
                    <a:pt x="7156196" y="2902712"/>
                  </a:lnTo>
                  <a:cubicBezTo>
                    <a:pt x="7156196" y="2914523"/>
                    <a:pt x="7153910" y="2925826"/>
                    <a:pt x="7149464" y="2936748"/>
                  </a:cubicBezTo>
                  <a:cubicBezTo>
                    <a:pt x="7145020" y="2947670"/>
                    <a:pt x="7138543" y="2957195"/>
                    <a:pt x="7130161" y="2965577"/>
                  </a:cubicBezTo>
                  <a:cubicBezTo>
                    <a:pt x="7121778" y="2973959"/>
                    <a:pt x="7112253" y="2980309"/>
                    <a:pt x="7101332" y="2984881"/>
                  </a:cubicBezTo>
                  <a:cubicBezTo>
                    <a:pt x="7090410" y="2989453"/>
                    <a:pt x="7079107" y="2991612"/>
                    <a:pt x="7067296" y="2991612"/>
                  </a:cubicBezTo>
                  <a:lnTo>
                    <a:pt x="158496" y="2991612"/>
                  </a:lnTo>
                  <a:cubicBezTo>
                    <a:pt x="146685" y="2991612"/>
                    <a:pt x="135382" y="2989326"/>
                    <a:pt x="124460" y="2984881"/>
                  </a:cubicBezTo>
                  <a:cubicBezTo>
                    <a:pt x="113538" y="2980436"/>
                    <a:pt x="104013" y="2973959"/>
                    <a:pt x="95631" y="2965577"/>
                  </a:cubicBezTo>
                  <a:cubicBezTo>
                    <a:pt x="87249" y="2957195"/>
                    <a:pt x="80899" y="2947670"/>
                    <a:pt x="76327" y="2936748"/>
                  </a:cubicBezTo>
                  <a:cubicBezTo>
                    <a:pt x="71755" y="2925826"/>
                    <a:pt x="69596" y="2914523"/>
                    <a:pt x="69596" y="2902712"/>
                  </a:cubicBezTo>
                  <a:lnTo>
                    <a:pt x="69596" y="108712"/>
                  </a:lnTo>
                  <a:cubicBezTo>
                    <a:pt x="69596" y="96901"/>
                    <a:pt x="71882" y="85598"/>
                    <a:pt x="76327" y="74676"/>
                  </a:cubicBezTo>
                  <a:cubicBezTo>
                    <a:pt x="80772" y="63754"/>
                    <a:pt x="87249" y="54229"/>
                    <a:pt x="95631" y="45847"/>
                  </a:cubicBezTo>
                  <a:cubicBezTo>
                    <a:pt x="104013" y="37465"/>
                    <a:pt x="113538" y="31115"/>
                    <a:pt x="124460" y="26543"/>
                  </a:cubicBezTo>
                  <a:cubicBezTo>
                    <a:pt x="135382" y="21971"/>
                    <a:pt x="146685" y="19812"/>
                    <a:pt x="158496" y="19812"/>
                  </a:cubicBezTo>
                  <a:close/>
                  <a:moveTo>
                    <a:pt x="0" y="0"/>
                  </a:moveTo>
                  <a:lnTo>
                    <a:pt x="0" y="3113024"/>
                  </a:lnTo>
                  <a:lnTo>
                    <a:pt x="7225792" y="3113024"/>
                  </a:lnTo>
                  <a:lnTo>
                    <a:pt x="7225792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9308592" y="2801722"/>
            <a:ext cx="8129016" cy="3502152"/>
            <a:chOff x="0" y="0"/>
            <a:chExt cx="5419344" cy="233476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419344" cy="2334768"/>
            </a:xfrm>
            <a:custGeom>
              <a:avLst/>
              <a:gdLst/>
              <a:ahLst/>
              <a:cxnLst/>
              <a:rect r="r" b="b" t="t" l="l"/>
              <a:pathLst>
                <a:path h="2334768" w="5419344">
                  <a:moveTo>
                    <a:pt x="0" y="0"/>
                  </a:moveTo>
                  <a:lnTo>
                    <a:pt x="5419344" y="0"/>
                  </a:lnTo>
                  <a:lnTo>
                    <a:pt x="5419344" y="2334768"/>
                  </a:lnTo>
                  <a:lnTo>
                    <a:pt x="0" y="2334768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111996" y="2691994"/>
            <a:ext cx="8522208" cy="3890772"/>
            <a:chOff x="0" y="0"/>
            <a:chExt cx="7575296" cy="345846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575296" cy="3458464"/>
            </a:xfrm>
            <a:custGeom>
              <a:avLst/>
              <a:gdLst/>
              <a:ahLst/>
              <a:cxnLst/>
              <a:rect r="r" b="b" t="t" l="l"/>
              <a:pathLst>
                <a:path h="3458464" w="7575296">
                  <a:moveTo>
                    <a:pt x="7242048" y="117348"/>
                  </a:moveTo>
                  <a:cubicBezTo>
                    <a:pt x="7253859" y="117348"/>
                    <a:pt x="7265162" y="119634"/>
                    <a:pt x="7276084" y="124079"/>
                  </a:cubicBezTo>
                  <a:cubicBezTo>
                    <a:pt x="7287006" y="128524"/>
                    <a:pt x="7296531" y="135001"/>
                    <a:pt x="7304913" y="143383"/>
                  </a:cubicBezTo>
                  <a:cubicBezTo>
                    <a:pt x="7313295" y="151765"/>
                    <a:pt x="7319645" y="161290"/>
                    <a:pt x="7324217" y="172212"/>
                  </a:cubicBezTo>
                  <a:cubicBezTo>
                    <a:pt x="7328789" y="183134"/>
                    <a:pt x="7330948" y="194437"/>
                    <a:pt x="7330948" y="206248"/>
                  </a:cubicBezTo>
                  <a:lnTo>
                    <a:pt x="7330948" y="3000248"/>
                  </a:lnTo>
                  <a:cubicBezTo>
                    <a:pt x="7330948" y="3012059"/>
                    <a:pt x="7328662" y="3023362"/>
                    <a:pt x="7324217" y="3034284"/>
                  </a:cubicBezTo>
                  <a:cubicBezTo>
                    <a:pt x="7319772" y="3045206"/>
                    <a:pt x="7313295" y="3054731"/>
                    <a:pt x="7304913" y="3063113"/>
                  </a:cubicBezTo>
                  <a:cubicBezTo>
                    <a:pt x="7296531" y="3071495"/>
                    <a:pt x="7287006" y="3077845"/>
                    <a:pt x="7276084" y="3082417"/>
                  </a:cubicBezTo>
                  <a:cubicBezTo>
                    <a:pt x="7265162" y="3086989"/>
                    <a:pt x="7253859" y="3089148"/>
                    <a:pt x="7242048" y="3089148"/>
                  </a:cubicBezTo>
                  <a:lnTo>
                    <a:pt x="333248" y="3089148"/>
                  </a:lnTo>
                  <a:cubicBezTo>
                    <a:pt x="321437" y="3089148"/>
                    <a:pt x="310134" y="3086862"/>
                    <a:pt x="299212" y="3082417"/>
                  </a:cubicBezTo>
                  <a:cubicBezTo>
                    <a:pt x="288290" y="3077972"/>
                    <a:pt x="278765" y="3071495"/>
                    <a:pt x="270383" y="3063113"/>
                  </a:cubicBezTo>
                  <a:cubicBezTo>
                    <a:pt x="262001" y="3054731"/>
                    <a:pt x="255651" y="3045206"/>
                    <a:pt x="251079" y="3034284"/>
                  </a:cubicBezTo>
                  <a:cubicBezTo>
                    <a:pt x="246507" y="3023362"/>
                    <a:pt x="244348" y="3012059"/>
                    <a:pt x="244348" y="3000248"/>
                  </a:cubicBezTo>
                  <a:lnTo>
                    <a:pt x="244348" y="206248"/>
                  </a:lnTo>
                  <a:cubicBezTo>
                    <a:pt x="244348" y="194437"/>
                    <a:pt x="246634" y="183134"/>
                    <a:pt x="251079" y="172212"/>
                  </a:cubicBezTo>
                  <a:cubicBezTo>
                    <a:pt x="255524" y="161290"/>
                    <a:pt x="262001" y="151765"/>
                    <a:pt x="270383" y="143383"/>
                  </a:cubicBezTo>
                  <a:cubicBezTo>
                    <a:pt x="278765" y="135001"/>
                    <a:pt x="288290" y="128651"/>
                    <a:pt x="299212" y="124079"/>
                  </a:cubicBezTo>
                  <a:cubicBezTo>
                    <a:pt x="310134" y="119507"/>
                    <a:pt x="321437" y="117348"/>
                    <a:pt x="333248" y="117348"/>
                  </a:cubicBezTo>
                  <a:close/>
                  <a:moveTo>
                    <a:pt x="0" y="0"/>
                  </a:moveTo>
                  <a:lnTo>
                    <a:pt x="0" y="3458464"/>
                  </a:lnTo>
                  <a:lnTo>
                    <a:pt x="7575296" y="3458464"/>
                  </a:lnTo>
                  <a:lnTo>
                    <a:pt x="7575296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>
            <a:grpSpLocks noChangeAspect="true"/>
          </p:cNvGrpSpPr>
          <p:nvPr/>
        </p:nvGrpSpPr>
        <p:grpSpPr>
          <a:xfrm rot="0">
            <a:off x="9016741" y="2596739"/>
            <a:ext cx="8712703" cy="4081267"/>
            <a:chOff x="0" y="0"/>
            <a:chExt cx="5808472" cy="272084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63500" y="63500"/>
              <a:ext cx="5681472" cy="2593848"/>
            </a:xfrm>
            <a:custGeom>
              <a:avLst/>
              <a:gdLst/>
              <a:ahLst/>
              <a:cxnLst/>
              <a:rect r="r" b="b" t="t" l="l"/>
              <a:pathLst>
                <a:path h="2593848" w="5681472">
                  <a:moveTo>
                    <a:pt x="0" y="0"/>
                  </a:moveTo>
                  <a:lnTo>
                    <a:pt x="5681472" y="0"/>
                  </a:lnTo>
                  <a:lnTo>
                    <a:pt x="5681472" y="2593848"/>
                  </a:lnTo>
                  <a:lnTo>
                    <a:pt x="0" y="25938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246761" y="151511"/>
              <a:ext cx="5314950" cy="2228850"/>
            </a:xfrm>
            <a:custGeom>
              <a:avLst/>
              <a:gdLst/>
              <a:ahLst/>
              <a:cxnLst/>
              <a:rect r="r" b="b" t="t" l="l"/>
              <a:pathLst>
                <a:path h="2228850" w="5314950">
                  <a:moveTo>
                    <a:pt x="0" y="2162175"/>
                  </a:moveTo>
                  <a:lnTo>
                    <a:pt x="0" y="66675"/>
                  </a:ln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lnTo>
                    <a:pt x="5248275" y="0"/>
                  </a:lnTo>
                  <a:cubicBezTo>
                    <a:pt x="5252593" y="0"/>
                    <a:pt x="5257038" y="381"/>
                    <a:pt x="5261229" y="1270"/>
                  </a:cubicBezTo>
                  <a:cubicBezTo>
                    <a:pt x="5265420" y="2159"/>
                    <a:pt x="5269738" y="3429"/>
                    <a:pt x="5273675" y="5080"/>
                  </a:cubicBezTo>
                  <a:cubicBezTo>
                    <a:pt x="5277612" y="6731"/>
                    <a:pt x="5281549" y="8763"/>
                    <a:pt x="5285232" y="11303"/>
                  </a:cubicBezTo>
                  <a:cubicBezTo>
                    <a:pt x="5288915" y="13843"/>
                    <a:pt x="5292217" y="16510"/>
                    <a:pt x="5295392" y="19558"/>
                  </a:cubicBezTo>
                  <a:cubicBezTo>
                    <a:pt x="5298567" y="22606"/>
                    <a:pt x="5301234" y="26035"/>
                    <a:pt x="5303647" y="29718"/>
                  </a:cubicBezTo>
                  <a:cubicBezTo>
                    <a:pt x="5306060" y="33401"/>
                    <a:pt x="5308092" y="37211"/>
                    <a:pt x="5309870" y="41275"/>
                  </a:cubicBezTo>
                  <a:cubicBezTo>
                    <a:pt x="5311647" y="45339"/>
                    <a:pt x="5312791" y="49530"/>
                    <a:pt x="5313679" y="53721"/>
                  </a:cubicBezTo>
                  <a:cubicBezTo>
                    <a:pt x="5314568" y="57912"/>
                    <a:pt x="5314950" y="62357"/>
                    <a:pt x="5314950" y="66675"/>
                  </a:cubicBezTo>
                  <a:lnTo>
                    <a:pt x="5314950" y="2162175"/>
                  </a:lnTo>
                  <a:cubicBezTo>
                    <a:pt x="5314950" y="2166493"/>
                    <a:pt x="5314569" y="2170938"/>
                    <a:pt x="5313679" y="2175129"/>
                  </a:cubicBezTo>
                  <a:cubicBezTo>
                    <a:pt x="5312790" y="2179320"/>
                    <a:pt x="5311520" y="2183638"/>
                    <a:pt x="5309870" y="2187575"/>
                  </a:cubicBezTo>
                  <a:cubicBezTo>
                    <a:pt x="5308219" y="2191512"/>
                    <a:pt x="5306186" y="2195449"/>
                    <a:pt x="5303647" y="2199132"/>
                  </a:cubicBezTo>
                  <a:cubicBezTo>
                    <a:pt x="5301107" y="2202815"/>
                    <a:pt x="5298440" y="2206117"/>
                    <a:pt x="5295392" y="2209292"/>
                  </a:cubicBezTo>
                  <a:cubicBezTo>
                    <a:pt x="5292344" y="2212467"/>
                    <a:pt x="5288915" y="2215134"/>
                    <a:pt x="5285232" y="2217547"/>
                  </a:cubicBezTo>
                  <a:cubicBezTo>
                    <a:pt x="5281549" y="2219960"/>
                    <a:pt x="5277739" y="2221992"/>
                    <a:pt x="5273675" y="2223770"/>
                  </a:cubicBezTo>
                  <a:cubicBezTo>
                    <a:pt x="5269611" y="2225548"/>
                    <a:pt x="5265420" y="2226691"/>
                    <a:pt x="5261229" y="2227580"/>
                  </a:cubicBezTo>
                  <a:cubicBezTo>
                    <a:pt x="5257038" y="2228469"/>
                    <a:pt x="5252593" y="2228850"/>
                    <a:pt x="5248275" y="2228850"/>
                  </a:cubicBezTo>
                  <a:lnTo>
                    <a:pt x="66675" y="2228850"/>
                  </a:lnTo>
                  <a:cubicBezTo>
                    <a:pt x="62357" y="2228850"/>
                    <a:pt x="57912" y="2228469"/>
                    <a:pt x="53721" y="2227580"/>
                  </a:cubicBezTo>
                  <a:cubicBezTo>
                    <a:pt x="49530" y="2226691"/>
                    <a:pt x="45212" y="2225421"/>
                    <a:pt x="41275" y="2223770"/>
                  </a:cubicBezTo>
                  <a:cubicBezTo>
                    <a:pt x="37338" y="2222119"/>
                    <a:pt x="33401" y="2220087"/>
                    <a:pt x="29718" y="2217547"/>
                  </a:cubicBezTo>
                  <a:cubicBezTo>
                    <a:pt x="26035" y="2215007"/>
                    <a:pt x="22733" y="2212340"/>
                    <a:pt x="19558" y="2209292"/>
                  </a:cubicBezTo>
                  <a:cubicBezTo>
                    <a:pt x="16383" y="2206244"/>
                    <a:pt x="13716" y="2202815"/>
                    <a:pt x="11303" y="2199132"/>
                  </a:cubicBezTo>
                  <a:cubicBezTo>
                    <a:pt x="8890" y="2195449"/>
                    <a:pt x="6858" y="2191639"/>
                    <a:pt x="5080" y="2187575"/>
                  </a:cubicBezTo>
                  <a:cubicBezTo>
                    <a:pt x="3302" y="2183511"/>
                    <a:pt x="2159" y="2179320"/>
                    <a:pt x="1270" y="2175129"/>
                  </a:cubicBezTo>
                  <a:cubicBezTo>
                    <a:pt x="381" y="2170938"/>
                    <a:pt x="0" y="2166493"/>
                    <a:pt x="0" y="216217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237236" y="141859"/>
              <a:ext cx="5334254" cy="2248154"/>
            </a:xfrm>
            <a:custGeom>
              <a:avLst/>
              <a:gdLst/>
              <a:ahLst/>
              <a:cxnLst/>
              <a:rect r="r" b="b" t="t" l="l"/>
              <a:pathLst>
                <a:path h="2248154" w="5334254">
                  <a:moveTo>
                    <a:pt x="0" y="2171827"/>
                  </a:moveTo>
                  <a:lnTo>
                    <a:pt x="0" y="76327"/>
                  </a:lnTo>
                  <a:lnTo>
                    <a:pt x="9525" y="76327"/>
                  </a:lnTo>
                  <a:lnTo>
                    <a:pt x="0" y="76327"/>
                  </a:lnTo>
                  <a:cubicBezTo>
                    <a:pt x="0" y="71374"/>
                    <a:pt x="508" y="66421"/>
                    <a:pt x="1524" y="61468"/>
                  </a:cubicBezTo>
                  <a:lnTo>
                    <a:pt x="1524" y="61468"/>
                  </a:lnTo>
                  <a:lnTo>
                    <a:pt x="1524" y="61468"/>
                  </a:lnTo>
                  <a:cubicBezTo>
                    <a:pt x="2540" y="56515"/>
                    <a:pt x="3937" y="51816"/>
                    <a:pt x="5842" y="47117"/>
                  </a:cubicBezTo>
                  <a:lnTo>
                    <a:pt x="14605" y="50800"/>
                  </a:lnTo>
                  <a:lnTo>
                    <a:pt x="5842" y="47117"/>
                  </a:lnTo>
                  <a:cubicBezTo>
                    <a:pt x="7747" y="42545"/>
                    <a:pt x="10160" y="38100"/>
                    <a:pt x="12827" y="33909"/>
                  </a:cubicBezTo>
                  <a:lnTo>
                    <a:pt x="12827" y="33909"/>
                  </a:lnTo>
                  <a:lnTo>
                    <a:pt x="12827" y="33909"/>
                  </a:lnTo>
                  <a:cubicBezTo>
                    <a:pt x="15621" y="29718"/>
                    <a:pt x="18796" y="25908"/>
                    <a:pt x="22352" y="22352"/>
                  </a:cubicBezTo>
                  <a:lnTo>
                    <a:pt x="22352" y="22352"/>
                  </a:lnTo>
                  <a:lnTo>
                    <a:pt x="22352" y="22352"/>
                  </a:lnTo>
                  <a:cubicBezTo>
                    <a:pt x="25908" y="18796"/>
                    <a:pt x="29718" y="15621"/>
                    <a:pt x="33909" y="12827"/>
                  </a:cubicBezTo>
                  <a:lnTo>
                    <a:pt x="39243" y="20701"/>
                  </a:lnTo>
                  <a:lnTo>
                    <a:pt x="33909" y="12827"/>
                  </a:lnTo>
                  <a:cubicBezTo>
                    <a:pt x="38100" y="10033"/>
                    <a:pt x="42418" y="7747"/>
                    <a:pt x="47117" y="5842"/>
                  </a:cubicBezTo>
                  <a:lnTo>
                    <a:pt x="50800" y="14605"/>
                  </a:lnTo>
                  <a:lnTo>
                    <a:pt x="47117" y="5842"/>
                  </a:lnTo>
                  <a:cubicBezTo>
                    <a:pt x="51689" y="3937"/>
                    <a:pt x="56515" y="2540"/>
                    <a:pt x="61468" y="1524"/>
                  </a:cubicBezTo>
                  <a:lnTo>
                    <a:pt x="63373" y="10922"/>
                  </a:lnTo>
                  <a:lnTo>
                    <a:pt x="61468" y="1524"/>
                  </a:lnTo>
                  <a:cubicBezTo>
                    <a:pt x="66421" y="508"/>
                    <a:pt x="71374" y="0"/>
                    <a:pt x="76327" y="0"/>
                  </a:cubicBezTo>
                  <a:lnTo>
                    <a:pt x="76327" y="9525"/>
                  </a:lnTo>
                  <a:lnTo>
                    <a:pt x="76327" y="0"/>
                  </a:lnTo>
                  <a:lnTo>
                    <a:pt x="5257927" y="0"/>
                  </a:lnTo>
                  <a:lnTo>
                    <a:pt x="5257927" y="9525"/>
                  </a:lnTo>
                  <a:lnTo>
                    <a:pt x="5257927" y="0"/>
                  </a:lnTo>
                  <a:cubicBezTo>
                    <a:pt x="5262880" y="0"/>
                    <a:pt x="5267833" y="508"/>
                    <a:pt x="5272786" y="1524"/>
                  </a:cubicBezTo>
                  <a:lnTo>
                    <a:pt x="5270881" y="10922"/>
                  </a:lnTo>
                  <a:lnTo>
                    <a:pt x="5272786" y="1524"/>
                  </a:lnTo>
                  <a:cubicBezTo>
                    <a:pt x="5277739" y="2540"/>
                    <a:pt x="5282438" y="3937"/>
                    <a:pt x="5287137" y="5842"/>
                  </a:cubicBezTo>
                  <a:lnTo>
                    <a:pt x="5283454" y="14605"/>
                  </a:lnTo>
                  <a:lnTo>
                    <a:pt x="5287137" y="5842"/>
                  </a:lnTo>
                  <a:cubicBezTo>
                    <a:pt x="5291709" y="7747"/>
                    <a:pt x="5296154" y="10160"/>
                    <a:pt x="5300345" y="12827"/>
                  </a:cubicBezTo>
                  <a:lnTo>
                    <a:pt x="5295011" y="20701"/>
                  </a:lnTo>
                  <a:lnTo>
                    <a:pt x="5300345" y="12827"/>
                  </a:lnTo>
                  <a:cubicBezTo>
                    <a:pt x="5304536" y="15621"/>
                    <a:pt x="5308346" y="18796"/>
                    <a:pt x="5311902" y="22352"/>
                  </a:cubicBezTo>
                  <a:lnTo>
                    <a:pt x="5305171" y="29083"/>
                  </a:lnTo>
                  <a:lnTo>
                    <a:pt x="5311902" y="22352"/>
                  </a:lnTo>
                  <a:cubicBezTo>
                    <a:pt x="5315458" y="25908"/>
                    <a:pt x="5318633" y="29718"/>
                    <a:pt x="5321427" y="33909"/>
                  </a:cubicBezTo>
                  <a:lnTo>
                    <a:pt x="5313553" y="39243"/>
                  </a:lnTo>
                  <a:lnTo>
                    <a:pt x="5321427" y="33909"/>
                  </a:lnTo>
                  <a:cubicBezTo>
                    <a:pt x="5324221" y="38100"/>
                    <a:pt x="5326507" y="42418"/>
                    <a:pt x="5328412" y="47117"/>
                  </a:cubicBezTo>
                  <a:lnTo>
                    <a:pt x="5319649" y="50800"/>
                  </a:lnTo>
                  <a:lnTo>
                    <a:pt x="5328412" y="47117"/>
                  </a:lnTo>
                  <a:cubicBezTo>
                    <a:pt x="5330317" y="51689"/>
                    <a:pt x="5331714" y="56515"/>
                    <a:pt x="5332730" y="61468"/>
                  </a:cubicBezTo>
                  <a:lnTo>
                    <a:pt x="5332730" y="61468"/>
                  </a:lnTo>
                  <a:lnTo>
                    <a:pt x="5332730" y="61468"/>
                  </a:lnTo>
                  <a:cubicBezTo>
                    <a:pt x="5333746" y="66421"/>
                    <a:pt x="5334254" y="71374"/>
                    <a:pt x="5334254" y="76327"/>
                  </a:cubicBezTo>
                  <a:lnTo>
                    <a:pt x="5324729" y="76327"/>
                  </a:lnTo>
                  <a:lnTo>
                    <a:pt x="5334254" y="76327"/>
                  </a:lnTo>
                  <a:lnTo>
                    <a:pt x="5334254" y="2171827"/>
                  </a:lnTo>
                  <a:lnTo>
                    <a:pt x="5324729" y="2171827"/>
                  </a:lnTo>
                  <a:lnTo>
                    <a:pt x="5334254" y="2171827"/>
                  </a:lnTo>
                  <a:cubicBezTo>
                    <a:pt x="5334254" y="2176780"/>
                    <a:pt x="5333746" y="2181733"/>
                    <a:pt x="5332730" y="2186686"/>
                  </a:cubicBezTo>
                  <a:lnTo>
                    <a:pt x="5332730" y="2186686"/>
                  </a:lnTo>
                  <a:lnTo>
                    <a:pt x="5332730" y="2186686"/>
                  </a:lnTo>
                  <a:cubicBezTo>
                    <a:pt x="5331714" y="2191639"/>
                    <a:pt x="5330317" y="2196338"/>
                    <a:pt x="5328412" y="2201037"/>
                  </a:cubicBezTo>
                  <a:lnTo>
                    <a:pt x="5319649" y="2197354"/>
                  </a:lnTo>
                  <a:lnTo>
                    <a:pt x="5328412" y="2201037"/>
                  </a:lnTo>
                  <a:cubicBezTo>
                    <a:pt x="5326507" y="2205609"/>
                    <a:pt x="5324094" y="2210054"/>
                    <a:pt x="5321427" y="2214245"/>
                  </a:cubicBezTo>
                  <a:lnTo>
                    <a:pt x="5313553" y="2208911"/>
                  </a:lnTo>
                  <a:lnTo>
                    <a:pt x="5321427" y="2214245"/>
                  </a:lnTo>
                  <a:cubicBezTo>
                    <a:pt x="5318633" y="2218436"/>
                    <a:pt x="5315458" y="2222246"/>
                    <a:pt x="5311902" y="2225802"/>
                  </a:cubicBezTo>
                  <a:lnTo>
                    <a:pt x="5311902" y="2225802"/>
                  </a:lnTo>
                  <a:lnTo>
                    <a:pt x="5311902" y="2225802"/>
                  </a:lnTo>
                  <a:cubicBezTo>
                    <a:pt x="5308346" y="2229358"/>
                    <a:pt x="5304537" y="2232533"/>
                    <a:pt x="5300345" y="2235327"/>
                  </a:cubicBezTo>
                  <a:lnTo>
                    <a:pt x="5300345" y="2235327"/>
                  </a:lnTo>
                  <a:lnTo>
                    <a:pt x="5300345" y="2235327"/>
                  </a:lnTo>
                  <a:cubicBezTo>
                    <a:pt x="5296155" y="2238121"/>
                    <a:pt x="5291836" y="2240407"/>
                    <a:pt x="5287137" y="2242312"/>
                  </a:cubicBezTo>
                  <a:lnTo>
                    <a:pt x="5283454" y="2233549"/>
                  </a:lnTo>
                  <a:lnTo>
                    <a:pt x="5287137" y="2242312"/>
                  </a:lnTo>
                  <a:cubicBezTo>
                    <a:pt x="5282565" y="2244217"/>
                    <a:pt x="5277739" y="2245614"/>
                    <a:pt x="5272786" y="2246630"/>
                  </a:cubicBezTo>
                  <a:lnTo>
                    <a:pt x="5270881" y="2237232"/>
                  </a:lnTo>
                  <a:lnTo>
                    <a:pt x="5272786" y="2246630"/>
                  </a:lnTo>
                  <a:cubicBezTo>
                    <a:pt x="5267833" y="2247646"/>
                    <a:pt x="5262880" y="2248154"/>
                    <a:pt x="5257927" y="2248154"/>
                  </a:cubicBezTo>
                  <a:lnTo>
                    <a:pt x="5257927" y="2248154"/>
                  </a:lnTo>
                  <a:lnTo>
                    <a:pt x="5257927" y="2248154"/>
                  </a:lnTo>
                  <a:lnTo>
                    <a:pt x="76327" y="2248154"/>
                  </a:lnTo>
                  <a:lnTo>
                    <a:pt x="76327" y="2248154"/>
                  </a:lnTo>
                  <a:lnTo>
                    <a:pt x="76327" y="2248154"/>
                  </a:lnTo>
                  <a:cubicBezTo>
                    <a:pt x="71374" y="2248154"/>
                    <a:pt x="66421" y="2247646"/>
                    <a:pt x="61468" y="2246630"/>
                  </a:cubicBezTo>
                  <a:lnTo>
                    <a:pt x="63373" y="2237232"/>
                  </a:lnTo>
                  <a:lnTo>
                    <a:pt x="61468" y="2246630"/>
                  </a:lnTo>
                  <a:cubicBezTo>
                    <a:pt x="56515" y="2245614"/>
                    <a:pt x="51816" y="2244217"/>
                    <a:pt x="47117" y="2242312"/>
                  </a:cubicBezTo>
                  <a:lnTo>
                    <a:pt x="50800" y="2233549"/>
                  </a:lnTo>
                  <a:lnTo>
                    <a:pt x="47117" y="2242312"/>
                  </a:lnTo>
                  <a:cubicBezTo>
                    <a:pt x="42545" y="2240407"/>
                    <a:pt x="38100" y="2237994"/>
                    <a:pt x="33909" y="2235327"/>
                  </a:cubicBezTo>
                  <a:lnTo>
                    <a:pt x="33909" y="2235327"/>
                  </a:lnTo>
                  <a:lnTo>
                    <a:pt x="33909" y="2235327"/>
                  </a:lnTo>
                  <a:cubicBezTo>
                    <a:pt x="29718" y="2232533"/>
                    <a:pt x="25908" y="2229358"/>
                    <a:pt x="22352" y="2225802"/>
                  </a:cubicBezTo>
                  <a:lnTo>
                    <a:pt x="22352" y="2225802"/>
                  </a:lnTo>
                  <a:lnTo>
                    <a:pt x="22352" y="2225802"/>
                  </a:lnTo>
                  <a:cubicBezTo>
                    <a:pt x="18796" y="2222246"/>
                    <a:pt x="15621" y="2218436"/>
                    <a:pt x="12827" y="2214245"/>
                  </a:cubicBezTo>
                  <a:lnTo>
                    <a:pt x="12827" y="2214245"/>
                  </a:lnTo>
                  <a:lnTo>
                    <a:pt x="12827" y="2214245"/>
                  </a:lnTo>
                  <a:cubicBezTo>
                    <a:pt x="10033" y="2210054"/>
                    <a:pt x="7747" y="2205736"/>
                    <a:pt x="5842" y="2201037"/>
                  </a:cubicBezTo>
                  <a:lnTo>
                    <a:pt x="14605" y="2197354"/>
                  </a:lnTo>
                  <a:lnTo>
                    <a:pt x="5842" y="2201037"/>
                  </a:lnTo>
                  <a:cubicBezTo>
                    <a:pt x="3937" y="2196465"/>
                    <a:pt x="2540" y="2191639"/>
                    <a:pt x="1524" y="2186686"/>
                  </a:cubicBezTo>
                  <a:lnTo>
                    <a:pt x="1524" y="2186686"/>
                  </a:lnTo>
                  <a:lnTo>
                    <a:pt x="1524" y="2186686"/>
                  </a:lnTo>
                  <a:cubicBezTo>
                    <a:pt x="508" y="2181733"/>
                    <a:pt x="0" y="2176780"/>
                    <a:pt x="0" y="2171827"/>
                  </a:cubicBezTo>
                  <a:lnTo>
                    <a:pt x="9525" y="2171827"/>
                  </a:lnTo>
                  <a:lnTo>
                    <a:pt x="0" y="2171827"/>
                  </a:lnTo>
                  <a:moveTo>
                    <a:pt x="19050" y="2171827"/>
                  </a:moveTo>
                  <a:cubicBezTo>
                    <a:pt x="19050" y="2175637"/>
                    <a:pt x="19431" y="2179320"/>
                    <a:pt x="20193" y="2183003"/>
                  </a:cubicBezTo>
                  <a:lnTo>
                    <a:pt x="10795" y="2184908"/>
                  </a:lnTo>
                  <a:lnTo>
                    <a:pt x="20193" y="2183003"/>
                  </a:lnTo>
                  <a:cubicBezTo>
                    <a:pt x="20955" y="2186686"/>
                    <a:pt x="21971" y="2190242"/>
                    <a:pt x="23495" y="2193671"/>
                  </a:cubicBezTo>
                  <a:lnTo>
                    <a:pt x="23495" y="2193671"/>
                  </a:lnTo>
                  <a:lnTo>
                    <a:pt x="23495" y="2193671"/>
                  </a:lnTo>
                  <a:cubicBezTo>
                    <a:pt x="24892" y="2197100"/>
                    <a:pt x="26670" y="2200402"/>
                    <a:pt x="28829" y="2203577"/>
                  </a:cubicBezTo>
                  <a:lnTo>
                    <a:pt x="20955" y="2208911"/>
                  </a:lnTo>
                  <a:lnTo>
                    <a:pt x="28829" y="2203577"/>
                  </a:lnTo>
                  <a:cubicBezTo>
                    <a:pt x="30861" y="2206752"/>
                    <a:pt x="33274" y="2209546"/>
                    <a:pt x="35941" y="2212213"/>
                  </a:cubicBezTo>
                  <a:lnTo>
                    <a:pt x="29210" y="2218944"/>
                  </a:lnTo>
                  <a:lnTo>
                    <a:pt x="35941" y="2212213"/>
                  </a:lnTo>
                  <a:cubicBezTo>
                    <a:pt x="38608" y="2214880"/>
                    <a:pt x="41529" y="2217293"/>
                    <a:pt x="44577" y="2219325"/>
                  </a:cubicBezTo>
                  <a:lnTo>
                    <a:pt x="39243" y="2227199"/>
                  </a:lnTo>
                  <a:lnTo>
                    <a:pt x="44577" y="2219325"/>
                  </a:lnTo>
                  <a:cubicBezTo>
                    <a:pt x="47752" y="2221357"/>
                    <a:pt x="50927" y="2223135"/>
                    <a:pt x="54483" y="2224659"/>
                  </a:cubicBezTo>
                  <a:lnTo>
                    <a:pt x="54483" y="2224659"/>
                  </a:lnTo>
                  <a:lnTo>
                    <a:pt x="54483" y="2224659"/>
                  </a:lnTo>
                  <a:cubicBezTo>
                    <a:pt x="57912" y="2226056"/>
                    <a:pt x="61468" y="2227199"/>
                    <a:pt x="65151" y="2227961"/>
                  </a:cubicBezTo>
                  <a:lnTo>
                    <a:pt x="65151" y="2227961"/>
                  </a:lnTo>
                  <a:lnTo>
                    <a:pt x="65151" y="2227961"/>
                  </a:lnTo>
                  <a:cubicBezTo>
                    <a:pt x="68834" y="2228723"/>
                    <a:pt x="72517" y="2229104"/>
                    <a:pt x="76327" y="2229104"/>
                  </a:cubicBezTo>
                  <a:lnTo>
                    <a:pt x="76327" y="2238629"/>
                  </a:lnTo>
                  <a:lnTo>
                    <a:pt x="76327" y="2229104"/>
                  </a:lnTo>
                  <a:lnTo>
                    <a:pt x="5257927" y="2229104"/>
                  </a:lnTo>
                  <a:lnTo>
                    <a:pt x="5257927" y="2238629"/>
                  </a:lnTo>
                  <a:lnTo>
                    <a:pt x="5257927" y="2229104"/>
                  </a:lnTo>
                  <a:cubicBezTo>
                    <a:pt x="5261737" y="2229104"/>
                    <a:pt x="5265420" y="2228723"/>
                    <a:pt x="5269103" y="2227961"/>
                  </a:cubicBezTo>
                  <a:cubicBezTo>
                    <a:pt x="5272786" y="2227199"/>
                    <a:pt x="5276342" y="2226183"/>
                    <a:pt x="5279771" y="2224659"/>
                  </a:cubicBezTo>
                  <a:lnTo>
                    <a:pt x="5279771" y="2224659"/>
                  </a:lnTo>
                  <a:lnTo>
                    <a:pt x="5279771" y="2224659"/>
                  </a:lnTo>
                  <a:cubicBezTo>
                    <a:pt x="5283200" y="2223262"/>
                    <a:pt x="5286502" y="2221484"/>
                    <a:pt x="5289677" y="2219325"/>
                  </a:cubicBezTo>
                  <a:lnTo>
                    <a:pt x="5295011" y="2227199"/>
                  </a:lnTo>
                  <a:lnTo>
                    <a:pt x="5289677" y="2219325"/>
                  </a:lnTo>
                  <a:cubicBezTo>
                    <a:pt x="5292852" y="2217293"/>
                    <a:pt x="5295646" y="2214880"/>
                    <a:pt x="5298313" y="2212213"/>
                  </a:cubicBezTo>
                  <a:lnTo>
                    <a:pt x="5305044" y="2218944"/>
                  </a:lnTo>
                  <a:lnTo>
                    <a:pt x="5298313" y="2212213"/>
                  </a:lnTo>
                  <a:cubicBezTo>
                    <a:pt x="5300980" y="2209546"/>
                    <a:pt x="5303393" y="2206625"/>
                    <a:pt x="5305425" y="2203577"/>
                  </a:cubicBezTo>
                  <a:lnTo>
                    <a:pt x="5305425" y="2203577"/>
                  </a:lnTo>
                  <a:lnTo>
                    <a:pt x="5305425" y="2203577"/>
                  </a:lnTo>
                  <a:cubicBezTo>
                    <a:pt x="5307457" y="2200402"/>
                    <a:pt x="5309235" y="2197227"/>
                    <a:pt x="5310759" y="2193671"/>
                  </a:cubicBezTo>
                  <a:cubicBezTo>
                    <a:pt x="5312283" y="2190115"/>
                    <a:pt x="5313299" y="2186686"/>
                    <a:pt x="5314061" y="2183003"/>
                  </a:cubicBezTo>
                  <a:lnTo>
                    <a:pt x="5323459" y="2184908"/>
                  </a:lnTo>
                  <a:lnTo>
                    <a:pt x="5314061" y="2183003"/>
                  </a:lnTo>
                  <a:cubicBezTo>
                    <a:pt x="5314823" y="2179320"/>
                    <a:pt x="5315204" y="2175637"/>
                    <a:pt x="5315204" y="2171827"/>
                  </a:cubicBezTo>
                  <a:lnTo>
                    <a:pt x="5315204" y="76327"/>
                  </a:lnTo>
                  <a:cubicBezTo>
                    <a:pt x="5315204" y="72517"/>
                    <a:pt x="5314823" y="68834"/>
                    <a:pt x="5314061" y="65151"/>
                  </a:cubicBezTo>
                  <a:lnTo>
                    <a:pt x="5323459" y="63246"/>
                  </a:lnTo>
                  <a:lnTo>
                    <a:pt x="5314061" y="65151"/>
                  </a:lnTo>
                  <a:cubicBezTo>
                    <a:pt x="5313299" y="61468"/>
                    <a:pt x="5312283" y="57912"/>
                    <a:pt x="5310759" y="54483"/>
                  </a:cubicBezTo>
                  <a:cubicBezTo>
                    <a:pt x="5309235" y="51054"/>
                    <a:pt x="5307584" y="47752"/>
                    <a:pt x="5305425" y="44577"/>
                  </a:cubicBezTo>
                  <a:lnTo>
                    <a:pt x="5305425" y="44577"/>
                  </a:lnTo>
                  <a:lnTo>
                    <a:pt x="5305425" y="44577"/>
                  </a:lnTo>
                  <a:cubicBezTo>
                    <a:pt x="5303393" y="41402"/>
                    <a:pt x="5300980" y="38608"/>
                    <a:pt x="5298313" y="35941"/>
                  </a:cubicBezTo>
                  <a:cubicBezTo>
                    <a:pt x="5295646" y="33274"/>
                    <a:pt x="5292725" y="30861"/>
                    <a:pt x="5289677" y="28829"/>
                  </a:cubicBezTo>
                  <a:lnTo>
                    <a:pt x="5289677" y="28829"/>
                  </a:lnTo>
                  <a:lnTo>
                    <a:pt x="5289677" y="28829"/>
                  </a:lnTo>
                  <a:cubicBezTo>
                    <a:pt x="5286502" y="26797"/>
                    <a:pt x="5283327" y="25019"/>
                    <a:pt x="5279771" y="23495"/>
                  </a:cubicBezTo>
                  <a:cubicBezTo>
                    <a:pt x="5276215" y="21971"/>
                    <a:pt x="5272786" y="20955"/>
                    <a:pt x="5269103" y="20193"/>
                  </a:cubicBezTo>
                  <a:lnTo>
                    <a:pt x="5269103" y="20193"/>
                  </a:lnTo>
                  <a:lnTo>
                    <a:pt x="5269103" y="20193"/>
                  </a:lnTo>
                  <a:cubicBezTo>
                    <a:pt x="5265420" y="19431"/>
                    <a:pt x="5261737" y="19050"/>
                    <a:pt x="5257927" y="19050"/>
                  </a:cubicBezTo>
                  <a:lnTo>
                    <a:pt x="76327" y="19050"/>
                  </a:lnTo>
                  <a:cubicBezTo>
                    <a:pt x="72517" y="19050"/>
                    <a:pt x="68834" y="19431"/>
                    <a:pt x="65151" y="20193"/>
                  </a:cubicBezTo>
                  <a:lnTo>
                    <a:pt x="65151" y="20193"/>
                  </a:lnTo>
                  <a:lnTo>
                    <a:pt x="65151" y="20193"/>
                  </a:lnTo>
                  <a:cubicBezTo>
                    <a:pt x="61468" y="20955"/>
                    <a:pt x="57912" y="21971"/>
                    <a:pt x="54483" y="23495"/>
                  </a:cubicBezTo>
                  <a:cubicBezTo>
                    <a:pt x="51054" y="25019"/>
                    <a:pt x="47752" y="26670"/>
                    <a:pt x="44577" y="28829"/>
                  </a:cubicBezTo>
                  <a:lnTo>
                    <a:pt x="44577" y="28829"/>
                  </a:lnTo>
                  <a:lnTo>
                    <a:pt x="44577" y="28829"/>
                  </a:lnTo>
                  <a:cubicBezTo>
                    <a:pt x="41402" y="30861"/>
                    <a:pt x="38608" y="33274"/>
                    <a:pt x="35941" y="35941"/>
                  </a:cubicBezTo>
                  <a:lnTo>
                    <a:pt x="29210" y="29210"/>
                  </a:lnTo>
                  <a:lnTo>
                    <a:pt x="35941" y="35941"/>
                  </a:lnTo>
                  <a:cubicBezTo>
                    <a:pt x="33274" y="38608"/>
                    <a:pt x="30861" y="41529"/>
                    <a:pt x="28829" y="44577"/>
                  </a:cubicBezTo>
                  <a:lnTo>
                    <a:pt x="20955" y="39243"/>
                  </a:lnTo>
                  <a:lnTo>
                    <a:pt x="28829" y="44577"/>
                  </a:lnTo>
                  <a:cubicBezTo>
                    <a:pt x="26797" y="47752"/>
                    <a:pt x="25019" y="50927"/>
                    <a:pt x="23495" y="54483"/>
                  </a:cubicBezTo>
                  <a:lnTo>
                    <a:pt x="23495" y="54483"/>
                  </a:lnTo>
                  <a:lnTo>
                    <a:pt x="23495" y="54483"/>
                  </a:lnTo>
                  <a:cubicBezTo>
                    <a:pt x="22098" y="57912"/>
                    <a:pt x="20955" y="61468"/>
                    <a:pt x="20193" y="65151"/>
                  </a:cubicBezTo>
                  <a:lnTo>
                    <a:pt x="10795" y="63246"/>
                  </a:lnTo>
                  <a:lnTo>
                    <a:pt x="20193" y="65151"/>
                  </a:lnTo>
                  <a:cubicBezTo>
                    <a:pt x="19431" y="68834"/>
                    <a:pt x="19050" y="72517"/>
                    <a:pt x="19050" y="76327"/>
                  </a:cubicBezTo>
                  <a:lnTo>
                    <a:pt x="19050" y="2171827"/>
                  </a:ln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484378" y="389382"/>
              <a:ext cx="457708" cy="457708"/>
            </a:xfrm>
            <a:custGeom>
              <a:avLst/>
              <a:gdLst/>
              <a:ahLst/>
              <a:cxnLst/>
              <a:rect r="r" b="b" t="t" l="l"/>
              <a:pathLst>
                <a:path h="457708" w="457708">
                  <a:moveTo>
                    <a:pt x="457708" y="228854"/>
                  </a:moveTo>
                  <a:cubicBezTo>
                    <a:pt x="457708" y="236347"/>
                    <a:pt x="457327" y="243840"/>
                    <a:pt x="456565" y="251206"/>
                  </a:cubicBezTo>
                  <a:cubicBezTo>
                    <a:pt x="455803" y="258572"/>
                    <a:pt x="454787" y="266065"/>
                    <a:pt x="453263" y="273431"/>
                  </a:cubicBezTo>
                  <a:cubicBezTo>
                    <a:pt x="451739" y="280797"/>
                    <a:pt x="449961" y="288036"/>
                    <a:pt x="447802" y="295148"/>
                  </a:cubicBezTo>
                  <a:cubicBezTo>
                    <a:pt x="445643" y="302260"/>
                    <a:pt x="443103" y="309372"/>
                    <a:pt x="440182" y="316230"/>
                  </a:cubicBezTo>
                  <a:cubicBezTo>
                    <a:pt x="437261" y="323088"/>
                    <a:pt x="434086" y="329946"/>
                    <a:pt x="430530" y="336550"/>
                  </a:cubicBezTo>
                  <a:cubicBezTo>
                    <a:pt x="426974" y="343154"/>
                    <a:pt x="423164" y="349504"/>
                    <a:pt x="418973" y="355854"/>
                  </a:cubicBezTo>
                  <a:cubicBezTo>
                    <a:pt x="414782" y="362204"/>
                    <a:pt x="410337" y="368046"/>
                    <a:pt x="405638" y="373888"/>
                  </a:cubicBezTo>
                  <a:cubicBezTo>
                    <a:pt x="400939" y="379730"/>
                    <a:pt x="395859" y="385191"/>
                    <a:pt x="390525" y="390525"/>
                  </a:cubicBezTo>
                  <a:cubicBezTo>
                    <a:pt x="385191" y="395859"/>
                    <a:pt x="379730" y="400812"/>
                    <a:pt x="373888" y="405638"/>
                  </a:cubicBezTo>
                  <a:cubicBezTo>
                    <a:pt x="368046" y="410464"/>
                    <a:pt x="362077" y="414782"/>
                    <a:pt x="355854" y="418973"/>
                  </a:cubicBezTo>
                  <a:cubicBezTo>
                    <a:pt x="349631" y="423164"/>
                    <a:pt x="343154" y="426974"/>
                    <a:pt x="336550" y="430530"/>
                  </a:cubicBezTo>
                  <a:cubicBezTo>
                    <a:pt x="329946" y="434086"/>
                    <a:pt x="323215" y="437261"/>
                    <a:pt x="316230" y="440182"/>
                  </a:cubicBezTo>
                  <a:cubicBezTo>
                    <a:pt x="309245" y="443103"/>
                    <a:pt x="302260" y="445516"/>
                    <a:pt x="295148" y="447802"/>
                  </a:cubicBezTo>
                  <a:cubicBezTo>
                    <a:pt x="288036" y="450088"/>
                    <a:pt x="280670" y="451739"/>
                    <a:pt x="273431" y="453263"/>
                  </a:cubicBezTo>
                  <a:cubicBezTo>
                    <a:pt x="266192" y="454787"/>
                    <a:pt x="258699" y="455803"/>
                    <a:pt x="251206" y="456565"/>
                  </a:cubicBezTo>
                  <a:cubicBezTo>
                    <a:pt x="243713" y="457327"/>
                    <a:pt x="236347" y="457708"/>
                    <a:pt x="228854" y="457708"/>
                  </a:cubicBezTo>
                  <a:cubicBezTo>
                    <a:pt x="221361" y="457708"/>
                    <a:pt x="213868" y="457327"/>
                    <a:pt x="206502" y="456565"/>
                  </a:cubicBezTo>
                  <a:cubicBezTo>
                    <a:pt x="199136" y="455803"/>
                    <a:pt x="191643" y="454787"/>
                    <a:pt x="184277" y="453263"/>
                  </a:cubicBezTo>
                  <a:cubicBezTo>
                    <a:pt x="176911" y="451739"/>
                    <a:pt x="169672" y="449961"/>
                    <a:pt x="162560" y="447802"/>
                  </a:cubicBezTo>
                  <a:cubicBezTo>
                    <a:pt x="155448" y="445643"/>
                    <a:pt x="148336" y="443103"/>
                    <a:pt x="141478" y="440182"/>
                  </a:cubicBezTo>
                  <a:cubicBezTo>
                    <a:pt x="134620" y="437261"/>
                    <a:pt x="127762" y="434086"/>
                    <a:pt x="121158" y="430530"/>
                  </a:cubicBezTo>
                  <a:cubicBezTo>
                    <a:pt x="114554" y="426974"/>
                    <a:pt x="108204" y="423164"/>
                    <a:pt x="101854" y="418973"/>
                  </a:cubicBezTo>
                  <a:cubicBezTo>
                    <a:pt x="95504" y="414782"/>
                    <a:pt x="89662" y="410337"/>
                    <a:pt x="83820" y="405638"/>
                  </a:cubicBezTo>
                  <a:cubicBezTo>
                    <a:pt x="77978" y="400939"/>
                    <a:pt x="72517" y="395859"/>
                    <a:pt x="67183" y="390525"/>
                  </a:cubicBezTo>
                  <a:cubicBezTo>
                    <a:pt x="61849" y="385191"/>
                    <a:pt x="56896" y="379730"/>
                    <a:pt x="52070" y="373888"/>
                  </a:cubicBezTo>
                  <a:cubicBezTo>
                    <a:pt x="47244" y="368046"/>
                    <a:pt x="42926" y="362077"/>
                    <a:pt x="38735" y="355854"/>
                  </a:cubicBezTo>
                  <a:cubicBezTo>
                    <a:pt x="34544" y="349631"/>
                    <a:pt x="30734" y="343154"/>
                    <a:pt x="27178" y="336550"/>
                  </a:cubicBezTo>
                  <a:cubicBezTo>
                    <a:pt x="23622" y="329946"/>
                    <a:pt x="20447" y="323215"/>
                    <a:pt x="17526" y="316230"/>
                  </a:cubicBezTo>
                  <a:cubicBezTo>
                    <a:pt x="14605" y="309245"/>
                    <a:pt x="12192" y="302260"/>
                    <a:pt x="9906" y="295148"/>
                  </a:cubicBezTo>
                  <a:cubicBezTo>
                    <a:pt x="7620" y="288036"/>
                    <a:pt x="5969" y="280670"/>
                    <a:pt x="4445" y="273431"/>
                  </a:cubicBezTo>
                  <a:cubicBezTo>
                    <a:pt x="2921" y="266192"/>
                    <a:pt x="1905" y="258699"/>
                    <a:pt x="1143" y="251206"/>
                  </a:cubicBezTo>
                  <a:cubicBezTo>
                    <a:pt x="381" y="243713"/>
                    <a:pt x="0" y="236347"/>
                    <a:pt x="0" y="228854"/>
                  </a:cubicBezTo>
                  <a:cubicBezTo>
                    <a:pt x="0" y="221361"/>
                    <a:pt x="381" y="213868"/>
                    <a:pt x="1143" y="206502"/>
                  </a:cubicBezTo>
                  <a:cubicBezTo>
                    <a:pt x="1905" y="199136"/>
                    <a:pt x="2921" y="191643"/>
                    <a:pt x="4445" y="184277"/>
                  </a:cubicBezTo>
                  <a:cubicBezTo>
                    <a:pt x="5969" y="176911"/>
                    <a:pt x="7747" y="169672"/>
                    <a:pt x="9906" y="162560"/>
                  </a:cubicBezTo>
                  <a:cubicBezTo>
                    <a:pt x="12065" y="155448"/>
                    <a:pt x="14605" y="148336"/>
                    <a:pt x="17526" y="141478"/>
                  </a:cubicBezTo>
                  <a:cubicBezTo>
                    <a:pt x="20447" y="134620"/>
                    <a:pt x="23622" y="127762"/>
                    <a:pt x="27178" y="121158"/>
                  </a:cubicBezTo>
                  <a:cubicBezTo>
                    <a:pt x="30734" y="114554"/>
                    <a:pt x="34544" y="108204"/>
                    <a:pt x="38735" y="101854"/>
                  </a:cubicBezTo>
                  <a:cubicBezTo>
                    <a:pt x="42926" y="95504"/>
                    <a:pt x="47371" y="89662"/>
                    <a:pt x="52070" y="83820"/>
                  </a:cubicBezTo>
                  <a:cubicBezTo>
                    <a:pt x="56769" y="77978"/>
                    <a:pt x="61849" y="72517"/>
                    <a:pt x="67183" y="67183"/>
                  </a:cubicBezTo>
                  <a:cubicBezTo>
                    <a:pt x="72517" y="61849"/>
                    <a:pt x="77978" y="56896"/>
                    <a:pt x="83820" y="52070"/>
                  </a:cubicBezTo>
                  <a:cubicBezTo>
                    <a:pt x="89662" y="47244"/>
                    <a:pt x="95631" y="42926"/>
                    <a:pt x="101854" y="38735"/>
                  </a:cubicBezTo>
                  <a:cubicBezTo>
                    <a:pt x="108077" y="34544"/>
                    <a:pt x="114554" y="30734"/>
                    <a:pt x="121158" y="27178"/>
                  </a:cubicBezTo>
                  <a:cubicBezTo>
                    <a:pt x="127762" y="23622"/>
                    <a:pt x="134493" y="20447"/>
                    <a:pt x="141478" y="17526"/>
                  </a:cubicBezTo>
                  <a:cubicBezTo>
                    <a:pt x="148463" y="14605"/>
                    <a:pt x="155448" y="12192"/>
                    <a:pt x="162560" y="9906"/>
                  </a:cubicBezTo>
                  <a:cubicBezTo>
                    <a:pt x="169672" y="7620"/>
                    <a:pt x="177038" y="5969"/>
                    <a:pt x="184277" y="4445"/>
                  </a:cubicBezTo>
                  <a:cubicBezTo>
                    <a:pt x="191516" y="2921"/>
                    <a:pt x="199009" y="1905"/>
                    <a:pt x="206502" y="1143"/>
                  </a:cubicBezTo>
                  <a:cubicBezTo>
                    <a:pt x="213995" y="381"/>
                    <a:pt x="221361" y="0"/>
                    <a:pt x="228854" y="0"/>
                  </a:cubicBezTo>
                  <a:cubicBezTo>
                    <a:pt x="236347" y="0"/>
                    <a:pt x="243840" y="381"/>
                    <a:pt x="251206" y="1143"/>
                  </a:cubicBezTo>
                  <a:cubicBezTo>
                    <a:pt x="258572" y="1905"/>
                    <a:pt x="266065" y="2921"/>
                    <a:pt x="273431" y="4445"/>
                  </a:cubicBezTo>
                  <a:cubicBezTo>
                    <a:pt x="280797" y="5969"/>
                    <a:pt x="288036" y="7747"/>
                    <a:pt x="295148" y="9906"/>
                  </a:cubicBezTo>
                  <a:cubicBezTo>
                    <a:pt x="302260" y="12065"/>
                    <a:pt x="309372" y="14605"/>
                    <a:pt x="316230" y="17526"/>
                  </a:cubicBezTo>
                  <a:cubicBezTo>
                    <a:pt x="323088" y="20447"/>
                    <a:pt x="329946" y="23622"/>
                    <a:pt x="336550" y="27178"/>
                  </a:cubicBezTo>
                  <a:cubicBezTo>
                    <a:pt x="343154" y="30734"/>
                    <a:pt x="349504" y="34544"/>
                    <a:pt x="355854" y="38735"/>
                  </a:cubicBezTo>
                  <a:cubicBezTo>
                    <a:pt x="362204" y="42926"/>
                    <a:pt x="368046" y="47371"/>
                    <a:pt x="373888" y="52070"/>
                  </a:cubicBezTo>
                  <a:cubicBezTo>
                    <a:pt x="379730" y="56769"/>
                    <a:pt x="385191" y="61849"/>
                    <a:pt x="390525" y="67183"/>
                  </a:cubicBezTo>
                  <a:cubicBezTo>
                    <a:pt x="395859" y="72517"/>
                    <a:pt x="400812" y="77978"/>
                    <a:pt x="405638" y="83820"/>
                  </a:cubicBezTo>
                  <a:cubicBezTo>
                    <a:pt x="410464" y="89662"/>
                    <a:pt x="414782" y="95631"/>
                    <a:pt x="418973" y="101854"/>
                  </a:cubicBezTo>
                  <a:cubicBezTo>
                    <a:pt x="423164" y="108077"/>
                    <a:pt x="426974" y="114554"/>
                    <a:pt x="430530" y="121158"/>
                  </a:cubicBezTo>
                  <a:cubicBezTo>
                    <a:pt x="434086" y="127762"/>
                    <a:pt x="437261" y="134493"/>
                    <a:pt x="440182" y="141478"/>
                  </a:cubicBezTo>
                  <a:cubicBezTo>
                    <a:pt x="443103" y="148463"/>
                    <a:pt x="445516" y="155448"/>
                    <a:pt x="447802" y="162560"/>
                  </a:cubicBezTo>
                  <a:cubicBezTo>
                    <a:pt x="450088" y="169672"/>
                    <a:pt x="451739" y="177038"/>
                    <a:pt x="453263" y="184277"/>
                  </a:cubicBezTo>
                  <a:cubicBezTo>
                    <a:pt x="454787" y="191516"/>
                    <a:pt x="455803" y="199009"/>
                    <a:pt x="456565" y="206502"/>
                  </a:cubicBezTo>
                  <a:cubicBezTo>
                    <a:pt x="457327" y="213995"/>
                    <a:pt x="457708" y="221361"/>
                    <a:pt x="457708" y="228854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50392" y="6628486"/>
            <a:ext cx="8129016" cy="3506724"/>
            <a:chOff x="0" y="0"/>
            <a:chExt cx="7225792" cy="311708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225792" cy="3117088"/>
            </a:xfrm>
            <a:custGeom>
              <a:avLst/>
              <a:gdLst/>
              <a:ahLst/>
              <a:cxnLst/>
              <a:rect r="r" b="b" t="t" l="l"/>
              <a:pathLst>
                <a:path h="3117088" w="7225792">
                  <a:moveTo>
                    <a:pt x="7067296" y="21844"/>
                  </a:moveTo>
                  <a:cubicBezTo>
                    <a:pt x="7079107" y="21844"/>
                    <a:pt x="7090410" y="24130"/>
                    <a:pt x="7101332" y="28575"/>
                  </a:cubicBezTo>
                  <a:cubicBezTo>
                    <a:pt x="7112253" y="33020"/>
                    <a:pt x="7121778" y="39497"/>
                    <a:pt x="7130161" y="47879"/>
                  </a:cubicBezTo>
                  <a:cubicBezTo>
                    <a:pt x="7138543" y="56261"/>
                    <a:pt x="7144893" y="65786"/>
                    <a:pt x="7149464" y="76708"/>
                  </a:cubicBezTo>
                  <a:cubicBezTo>
                    <a:pt x="7154037" y="87630"/>
                    <a:pt x="7156196" y="98933"/>
                    <a:pt x="7156196" y="110744"/>
                  </a:cubicBezTo>
                  <a:lnTo>
                    <a:pt x="7156196" y="2904744"/>
                  </a:lnTo>
                  <a:cubicBezTo>
                    <a:pt x="7156196" y="2916555"/>
                    <a:pt x="7153910" y="2927858"/>
                    <a:pt x="7149464" y="2938780"/>
                  </a:cubicBezTo>
                  <a:cubicBezTo>
                    <a:pt x="7145020" y="2949702"/>
                    <a:pt x="7138543" y="2959227"/>
                    <a:pt x="7130161" y="2967609"/>
                  </a:cubicBezTo>
                  <a:cubicBezTo>
                    <a:pt x="7121778" y="2975991"/>
                    <a:pt x="7112253" y="2982341"/>
                    <a:pt x="7101332" y="2986913"/>
                  </a:cubicBezTo>
                  <a:cubicBezTo>
                    <a:pt x="7090410" y="2991485"/>
                    <a:pt x="7079107" y="2993644"/>
                    <a:pt x="7067296" y="2993644"/>
                  </a:cubicBezTo>
                  <a:lnTo>
                    <a:pt x="158496" y="2993644"/>
                  </a:lnTo>
                  <a:cubicBezTo>
                    <a:pt x="146685" y="2993644"/>
                    <a:pt x="135382" y="2991358"/>
                    <a:pt x="124460" y="2986913"/>
                  </a:cubicBezTo>
                  <a:cubicBezTo>
                    <a:pt x="113538" y="2982468"/>
                    <a:pt x="104013" y="2975991"/>
                    <a:pt x="95631" y="2967609"/>
                  </a:cubicBezTo>
                  <a:cubicBezTo>
                    <a:pt x="87249" y="2959227"/>
                    <a:pt x="80899" y="2949702"/>
                    <a:pt x="76327" y="2938780"/>
                  </a:cubicBezTo>
                  <a:cubicBezTo>
                    <a:pt x="71755" y="2927858"/>
                    <a:pt x="69596" y="2916555"/>
                    <a:pt x="69596" y="2904744"/>
                  </a:cubicBezTo>
                  <a:lnTo>
                    <a:pt x="69596" y="110744"/>
                  </a:lnTo>
                  <a:cubicBezTo>
                    <a:pt x="69596" y="98933"/>
                    <a:pt x="71882" y="87630"/>
                    <a:pt x="76327" y="76708"/>
                  </a:cubicBezTo>
                  <a:cubicBezTo>
                    <a:pt x="80772" y="65786"/>
                    <a:pt x="87249" y="56261"/>
                    <a:pt x="95631" y="47879"/>
                  </a:cubicBezTo>
                  <a:cubicBezTo>
                    <a:pt x="104013" y="39497"/>
                    <a:pt x="113538" y="33147"/>
                    <a:pt x="124460" y="28575"/>
                  </a:cubicBezTo>
                  <a:cubicBezTo>
                    <a:pt x="135382" y="24003"/>
                    <a:pt x="146685" y="21844"/>
                    <a:pt x="158496" y="21844"/>
                  </a:cubicBezTo>
                  <a:close/>
                  <a:moveTo>
                    <a:pt x="0" y="0"/>
                  </a:moveTo>
                  <a:lnTo>
                    <a:pt x="0" y="3117088"/>
                  </a:lnTo>
                  <a:lnTo>
                    <a:pt x="7225792" y="3117088"/>
                  </a:lnTo>
                  <a:lnTo>
                    <a:pt x="7225792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>
            <a:grpSpLocks noChangeAspect="true"/>
          </p:cNvGrpSpPr>
          <p:nvPr/>
        </p:nvGrpSpPr>
        <p:grpSpPr>
          <a:xfrm rot="0">
            <a:off x="850392" y="6628486"/>
            <a:ext cx="8129016" cy="3506724"/>
            <a:chOff x="0" y="0"/>
            <a:chExt cx="5419344" cy="233781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419344" cy="2337816"/>
            </a:xfrm>
            <a:custGeom>
              <a:avLst/>
              <a:gdLst/>
              <a:ahLst/>
              <a:cxnLst/>
              <a:rect r="r" b="b" t="t" l="l"/>
              <a:pathLst>
                <a:path h="2337816" w="5419344">
                  <a:moveTo>
                    <a:pt x="0" y="0"/>
                  </a:moveTo>
                  <a:lnTo>
                    <a:pt x="5419344" y="0"/>
                  </a:lnTo>
                  <a:lnTo>
                    <a:pt x="5419344" y="2337816"/>
                  </a:lnTo>
                  <a:lnTo>
                    <a:pt x="0" y="2337816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653796" y="6523330"/>
            <a:ext cx="8522208" cy="3890772"/>
            <a:chOff x="0" y="0"/>
            <a:chExt cx="7575296" cy="345846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575296" cy="3458464"/>
            </a:xfrm>
            <a:custGeom>
              <a:avLst/>
              <a:gdLst/>
              <a:ahLst/>
              <a:cxnLst/>
              <a:rect r="r" b="b" t="t" l="l"/>
              <a:pathLst>
                <a:path h="3458464" w="7575296">
                  <a:moveTo>
                    <a:pt x="7242048" y="115316"/>
                  </a:moveTo>
                  <a:cubicBezTo>
                    <a:pt x="7253859" y="115316"/>
                    <a:pt x="7265162" y="117602"/>
                    <a:pt x="7276084" y="122047"/>
                  </a:cubicBezTo>
                  <a:cubicBezTo>
                    <a:pt x="7287006" y="126492"/>
                    <a:pt x="7296531" y="132969"/>
                    <a:pt x="7304913" y="141351"/>
                  </a:cubicBezTo>
                  <a:cubicBezTo>
                    <a:pt x="7313295" y="149733"/>
                    <a:pt x="7319645" y="159258"/>
                    <a:pt x="7324217" y="170180"/>
                  </a:cubicBezTo>
                  <a:cubicBezTo>
                    <a:pt x="7328789" y="181102"/>
                    <a:pt x="7330948" y="192405"/>
                    <a:pt x="7330948" y="204216"/>
                  </a:cubicBezTo>
                  <a:lnTo>
                    <a:pt x="7330948" y="2998216"/>
                  </a:lnTo>
                  <a:cubicBezTo>
                    <a:pt x="7330948" y="3010027"/>
                    <a:pt x="7328662" y="3021330"/>
                    <a:pt x="7324217" y="3032252"/>
                  </a:cubicBezTo>
                  <a:cubicBezTo>
                    <a:pt x="7319772" y="3043174"/>
                    <a:pt x="7313295" y="3052699"/>
                    <a:pt x="7304913" y="3061081"/>
                  </a:cubicBezTo>
                  <a:cubicBezTo>
                    <a:pt x="7296531" y="3069463"/>
                    <a:pt x="7287006" y="3075813"/>
                    <a:pt x="7276084" y="3080385"/>
                  </a:cubicBezTo>
                  <a:cubicBezTo>
                    <a:pt x="7265162" y="3084957"/>
                    <a:pt x="7253859" y="3087116"/>
                    <a:pt x="7242048" y="3087116"/>
                  </a:cubicBezTo>
                  <a:lnTo>
                    <a:pt x="333248" y="3087116"/>
                  </a:lnTo>
                  <a:cubicBezTo>
                    <a:pt x="321437" y="3087116"/>
                    <a:pt x="310134" y="3084830"/>
                    <a:pt x="299212" y="3080385"/>
                  </a:cubicBezTo>
                  <a:cubicBezTo>
                    <a:pt x="288290" y="3075940"/>
                    <a:pt x="278765" y="3069463"/>
                    <a:pt x="270383" y="3061081"/>
                  </a:cubicBezTo>
                  <a:cubicBezTo>
                    <a:pt x="262001" y="3052699"/>
                    <a:pt x="255651" y="3043174"/>
                    <a:pt x="251079" y="3032252"/>
                  </a:cubicBezTo>
                  <a:cubicBezTo>
                    <a:pt x="246507" y="3021330"/>
                    <a:pt x="244348" y="3010027"/>
                    <a:pt x="244348" y="2998216"/>
                  </a:cubicBezTo>
                  <a:lnTo>
                    <a:pt x="244348" y="204216"/>
                  </a:lnTo>
                  <a:cubicBezTo>
                    <a:pt x="244348" y="192405"/>
                    <a:pt x="246634" y="181102"/>
                    <a:pt x="251079" y="170180"/>
                  </a:cubicBezTo>
                  <a:cubicBezTo>
                    <a:pt x="255524" y="159258"/>
                    <a:pt x="262001" y="149733"/>
                    <a:pt x="270383" y="141351"/>
                  </a:cubicBezTo>
                  <a:cubicBezTo>
                    <a:pt x="278765" y="132969"/>
                    <a:pt x="288290" y="126619"/>
                    <a:pt x="299212" y="122047"/>
                  </a:cubicBezTo>
                  <a:cubicBezTo>
                    <a:pt x="310134" y="117475"/>
                    <a:pt x="321437" y="115316"/>
                    <a:pt x="333248" y="115316"/>
                  </a:cubicBezTo>
                  <a:close/>
                  <a:moveTo>
                    <a:pt x="0" y="0"/>
                  </a:moveTo>
                  <a:lnTo>
                    <a:pt x="0" y="3458464"/>
                  </a:lnTo>
                  <a:lnTo>
                    <a:pt x="7575296" y="3458464"/>
                  </a:lnTo>
                  <a:lnTo>
                    <a:pt x="7575296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>
            <a:grpSpLocks noChangeAspect="true"/>
          </p:cNvGrpSpPr>
          <p:nvPr/>
        </p:nvGrpSpPr>
        <p:grpSpPr>
          <a:xfrm rot="0">
            <a:off x="558541" y="6428075"/>
            <a:ext cx="8712703" cy="4081267"/>
            <a:chOff x="0" y="0"/>
            <a:chExt cx="5808472" cy="272084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63500" y="63500"/>
              <a:ext cx="5681472" cy="2593848"/>
            </a:xfrm>
            <a:custGeom>
              <a:avLst/>
              <a:gdLst/>
              <a:ahLst/>
              <a:cxnLst/>
              <a:rect r="r" b="b" t="t" l="l"/>
              <a:pathLst>
                <a:path h="2593848" w="5681472">
                  <a:moveTo>
                    <a:pt x="0" y="0"/>
                  </a:moveTo>
                  <a:lnTo>
                    <a:pt x="5681472" y="0"/>
                  </a:lnTo>
                  <a:lnTo>
                    <a:pt x="5681472" y="2593848"/>
                  </a:lnTo>
                  <a:lnTo>
                    <a:pt x="0" y="25938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246761" y="149987"/>
              <a:ext cx="5314950" cy="2228850"/>
            </a:xfrm>
            <a:custGeom>
              <a:avLst/>
              <a:gdLst/>
              <a:ahLst/>
              <a:cxnLst/>
              <a:rect r="r" b="b" t="t" l="l"/>
              <a:pathLst>
                <a:path h="2228850" w="5314950">
                  <a:moveTo>
                    <a:pt x="0" y="2162175"/>
                  </a:moveTo>
                  <a:lnTo>
                    <a:pt x="0" y="66675"/>
                  </a:ln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lnTo>
                    <a:pt x="5248275" y="0"/>
                  </a:lnTo>
                  <a:cubicBezTo>
                    <a:pt x="5252593" y="0"/>
                    <a:pt x="5257038" y="381"/>
                    <a:pt x="5261229" y="1270"/>
                  </a:cubicBezTo>
                  <a:cubicBezTo>
                    <a:pt x="5265420" y="2159"/>
                    <a:pt x="5269738" y="3429"/>
                    <a:pt x="5273675" y="5080"/>
                  </a:cubicBezTo>
                  <a:cubicBezTo>
                    <a:pt x="5277612" y="6731"/>
                    <a:pt x="5281549" y="8763"/>
                    <a:pt x="5285232" y="11303"/>
                  </a:cubicBezTo>
                  <a:cubicBezTo>
                    <a:pt x="5288915" y="13843"/>
                    <a:pt x="5292217" y="16510"/>
                    <a:pt x="5295392" y="19558"/>
                  </a:cubicBezTo>
                  <a:cubicBezTo>
                    <a:pt x="5298567" y="22606"/>
                    <a:pt x="5301234" y="26035"/>
                    <a:pt x="5303647" y="29718"/>
                  </a:cubicBezTo>
                  <a:cubicBezTo>
                    <a:pt x="5306060" y="33401"/>
                    <a:pt x="5308092" y="37211"/>
                    <a:pt x="5309870" y="41275"/>
                  </a:cubicBezTo>
                  <a:cubicBezTo>
                    <a:pt x="5311647" y="45339"/>
                    <a:pt x="5312791" y="49530"/>
                    <a:pt x="5313679" y="53721"/>
                  </a:cubicBezTo>
                  <a:cubicBezTo>
                    <a:pt x="5314568" y="57912"/>
                    <a:pt x="5314950" y="62357"/>
                    <a:pt x="5314950" y="66675"/>
                  </a:cubicBezTo>
                  <a:lnTo>
                    <a:pt x="5314950" y="2162175"/>
                  </a:lnTo>
                  <a:cubicBezTo>
                    <a:pt x="5314950" y="2166493"/>
                    <a:pt x="5314569" y="2170938"/>
                    <a:pt x="5313679" y="2175129"/>
                  </a:cubicBezTo>
                  <a:cubicBezTo>
                    <a:pt x="5312790" y="2179320"/>
                    <a:pt x="5311520" y="2183638"/>
                    <a:pt x="5309870" y="2187575"/>
                  </a:cubicBezTo>
                  <a:cubicBezTo>
                    <a:pt x="5308219" y="2191512"/>
                    <a:pt x="5306186" y="2195449"/>
                    <a:pt x="5303647" y="2199132"/>
                  </a:cubicBezTo>
                  <a:cubicBezTo>
                    <a:pt x="5301107" y="2202815"/>
                    <a:pt x="5298440" y="2206117"/>
                    <a:pt x="5295392" y="2209292"/>
                  </a:cubicBezTo>
                  <a:cubicBezTo>
                    <a:pt x="5292344" y="2212467"/>
                    <a:pt x="5288915" y="2215134"/>
                    <a:pt x="5285232" y="2217547"/>
                  </a:cubicBezTo>
                  <a:cubicBezTo>
                    <a:pt x="5281549" y="2219960"/>
                    <a:pt x="5277739" y="2221992"/>
                    <a:pt x="5273675" y="2223770"/>
                  </a:cubicBezTo>
                  <a:cubicBezTo>
                    <a:pt x="5269611" y="2225548"/>
                    <a:pt x="5265420" y="2226691"/>
                    <a:pt x="5261229" y="2227580"/>
                  </a:cubicBezTo>
                  <a:cubicBezTo>
                    <a:pt x="5257038" y="2228469"/>
                    <a:pt x="5252593" y="2228850"/>
                    <a:pt x="5248275" y="2228850"/>
                  </a:cubicBezTo>
                  <a:lnTo>
                    <a:pt x="66675" y="2228850"/>
                  </a:lnTo>
                  <a:cubicBezTo>
                    <a:pt x="62357" y="2228850"/>
                    <a:pt x="57912" y="2228469"/>
                    <a:pt x="53721" y="2227580"/>
                  </a:cubicBezTo>
                  <a:cubicBezTo>
                    <a:pt x="49530" y="2226691"/>
                    <a:pt x="45212" y="2225421"/>
                    <a:pt x="41275" y="2223770"/>
                  </a:cubicBezTo>
                  <a:cubicBezTo>
                    <a:pt x="37338" y="2222119"/>
                    <a:pt x="33401" y="2220087"/>
                    <a:pt x="29718" y="2217547"/>
                  </a:cubicBezTo>
                  <a:cubicBezTo>
                    <a:pt x="26035" y="2215007"/>
                    <a:pt x="22733" y="2212340"/>
                    <a:pt x="19558" y="2209292"/>
                  </a:cubicBezTo>
                  <a:cubicBezTo>
                    <a:pt x="16383" y="2206244"/>
                    <a:pt x="13716" y="2202815"/>
                    <a:pt x="11303" y="2199132"/>
                  </a:cubicBezTo>
                  <a:cubicBezTo>
                    <a:pt x="8890" y="2195449"/>
                    <a:pt x="6858" y="2191639"/>
                    <a:pt x="5080" y="2187575"/>
                  </a:cubicBezTo>
                  <a:cubicBezTo>
                    <a:pt x="3302" y="2183511"/>
                    <a:pt x="2159" y="2179320"/>
                    <a:pt x="1270" y="2175129"/>
                  </a:cubicBezTo>
                  <a:cubicBezTo>
                    <a:pt x="381" y="2170938"/>
                    <a:pt x="0" y="2166493"/>
                    <a:pt x="0" y="216217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237236" y="140335"/>
              <a:ext cx="5334254" cy="2248154"/>
            </a:xfrm>
            <a:custGeom>
              <a:avLst/>
              <a:gdLst/>
              <a:ahLst/>
              <a:cxnLst/>
              <a:rect r="r" b="b" t="t" l="l"/>
              <a:pathLst>
                <a:path h="2248154" w="5334254">
                  <a:moveTo>
                    <a:pt x="0" y="2171827"/>
                  </a:moveTo>
                  <a:lnTo>
                    <a:pt x="0" y="76327"/>
                  </a:lnTo>
                  <a:lnTo>
                    <a:pt x="9525" y="76327"/>
                  </a:lnTo>
                  <a:lnTo>
                    <a:pt x="0" y="76327"/>
                  </a:lnTo>
                  <a:cubicBezTo>
                    <a:pt x="0" y="71374"/>
                    <a:pt x="508" y="66421"/>
                    <a:pt x="1524" y="61468"/>
                  </a:cubicBezTo>
                  <a:lnTo>
                    <a:pt x="10922" y="63373"/>
                  </a:lnTo>
                  <a:lnTo>
                    <a:pt x="1524" y="61468"/>
                  </a:lnTo>
                  <a:cubicBezTo>
                    <a:pt x="2540" y="56515"/>
                    <a:pt x="3937" y="51816"/>
                    <a:pt x="5842" y="47117"/>
                  </a:cubicBezTo>
                  <a:lnTo>
                    <a:pt x="5842" y="47117"/>
                  </a:lnTo>
                  <a:lnTo>
                    <a:pt x="5842" y="47117"/>
                  </a:lnTo>
                  <a:cubicBezTo>
                    <a:pt x="7747" y="42545"/>
                    <a:pt x="10160" y="38100"/>
                    <a:pt x="12827" y="33909"/>
                  </a:cubicBezTo>
                  <a:lnTo>
                    <a:pt x="12827" y="33909"/>
                  </a:lnTo>
                  <a:lnTo>
                    <a:pt x="12827" y="33909"/>
                  </a:lnTo>
                  <a:cubicBezTo>
                    <a:pt x="15621" y="29718"/>
                    <a:pt x="18796" y="25908"/>
                    <a:pt x="22352" y="22352"/>
                  </a:cubicBezTo>
                  <a:lnTo>
                    <a:pt x="29083" y="29083"/>
                  </a:lnTo>
                  <a:lnTo>
                    <a:pt x="22352" y="22352"/>
                  </a:lnTo>
                  <a:cubicBezTo>
                    <a:pt x="25908" y="18796"/>
                    <a:pt x="29718" y="15621"/>
                    <a:pt x="33909" y="12827"/>
                  </a:cubicBezTo>
                  <a:lnTo>
                    <a:pt x="39243" y="20701"/>
                  </a:lnTo>
                  <a:lnTo>
                    <a:pt x="33909" y="12827"/>
                  </a:lnTo>
                  <a:cubicBezTo>
                    <a:pt x="38100" y="10033"/>
                    <a:pt x="42418" y="7747"/>
                    <a:pt x="47117" y="5842"/>
                  </a:cubicBezTo>
                  <a:lnTo>
                    <a:pt x="47117" y="5842"/>
                  </a:lnTo>
                  <a:lnTo>
                    <a:pt x="47117" y="5842"/>
                  </a:lnTo>
                  <a:cubicBezTo>
                    <a:pt x="51689" y="3937"/>
                    <a:pt x="56515" y="2540"/>
                    <a:pt x="61468" y="1524"/>
                  </a:cubicBezTo>
                  <a:lnTo>
                    <a:pt x="63373" y="10922"/>
                  </a:lnTo>
                  <a:lnTo>
                    <a:pt x="61468" y="1524"/>
                  </a:lnTo>
                  <a:cubicBezTo>
                    <a:pt x="66421" y="508"/>
                    <a:pt x="71374" y="0"/>
                    <a:pt x="76327" y="0"/>
                  </a:cubicBezTo>
                  <a:lnTo>
                    <a:pt x="76327" y="9525"/>
                  </a:lnTo>
                  <a:lnTo>
                    <a:pt x="76327" y="0"/>
                  </a:lnTo>
                  <a:lnTo>
                    <a:pt x="5257927" y="0"/>
                  </a:lnTo>
                  <a:lnTo>
                    <a:pt x="5257927" y="9525"/>
                  </a:lnTo>
                  <a:lnTo>
                    <a:pt x="5257927" y="0"/>
                  </a:lnTo>
                  <a:cubicBezTo>
                    <a:pt x="5262880" y="0"/>
                    <a:pt x="5267833" y="508"/>
                    <a:pt x="5272786" y="1524"/>
                  </a:cubicBezTo>
                  <a:lnTo>
                    <a:pt x="5270881" y="10922"/>
                  </a:lnTo>
                  <a:lnTo>
                    <a:pt x="5272786" y="1524"/>
                  </a:lnTo>
                  <a:cubicBezTo>
                    <a:pt x="5277739" y="2540"/>
                    <a:pt x="5282438" y="3937"/>
                    <a:pt x="5287137" y="5842"/>
                  </a:cubicBezTo>
                  <a:lnTo>
                    <a:pt x="5283454" y="14605"/>
                  </a:lnTo>
                  <a:lnTo>
                    <a:pt x="5287137" y="5842"/>
                  </a:lnTo>
                  <a:cubicBezTo>
                    <a:pt x="5291709" y="7747"/>
                    <a:pt x="5296154" y="10160"/>
                    <a:pt x="5300345" y="12827"/>
                  </a:cubicBezTo>
                  <a:lnTo>
                    <a:pt x="5300345" y="12827"/>
                  </a:lnTo>
                  <a:lnTo>
                    <a:pt x="5300345" y="12827"/>
                  </a:lnTo>
                  <a:cubicBezTo>
                    <a:pt x="5304536" y="15621"/>
                    <a:pt x="5308346" y="18796"/>
                    <a:pt x="5311902" y="22352"/>
                  </a:cubicBezTo>
                  <a:lnTo>
                    <a:pt x="5305171" y="29083"/>
                  </a:lnTo>
                  <a:lnTo>
                    <a:pt x="5311902" y="22352"/>
                  </a:lnTo>
                  <a:cubicBezTo>
                    <a:pt x="5315458" y="25908"/>
                    <a:pt x="5318633" y="29718"/>
                    <a:pt x="5321427" y="33909"/>
                  </a:cubicBezTo>
                  <a:lnTo>
                    <a:pt x="5313553" y="39243"/>
                  </a:lnTo>
                  <a:lnTo>
                    <a:pt x="5321427" y="33909"/>
                  </a:lnTo>
                  <a:cubicBezTo>
                    <a:pt x="5324221" y="38100"/>
                    <a:pt x="5326507" y="42418"/>
                    <a:pt x="5328412" y="47117"/>
                  </a:cubicBezTo>
                  <a:lnTo>
                    <a:pt x="5328412" y="47117"/>
                  </a:lnTo>
                  <a:lnTo>
                    <a:pt x="5328412" y="47117"/>
                  </a:lnTo>
                  <a:cubicBezTo>
                    <a:pt x="5330317" y="51689"/>
                    <a:pt x="5331714" y="56515"/>
                    <a:pt x="5332730" y="61468"/>
                  </a:cubicBezTo>
                  <a:lnTo>
                    <a:pt x="5323332" y="63373"/>
                  </a:lnTo>
                  <a:lnTo>
                    <a:pt x="5332730" y="61468"/>
                  </a:lnTo>
                  <a:cubicBezTo>
                    <a:pt x="5333746" y="66421"/>
                    <a:pt x="5334254" y="71374"/>
                    <a:pt x="5334254" y="76327"/>
                  </a:cubicBezTo>
                  <a:lnTo>
                    <a:pt x="5324729" y="76327"/>
                  </a:lnTo>
                  <a:lnTo>
                    <a:pt x="5334254" y="76327"/>
                  </a:lnTo>
                  <a:lnTo>
                    <a:pt x="5334254" y="2171827"/>
                  </a:lnTo>
                  <a:lnTo>
                    <a:pt x="5324729" y="2171827"/>
                  </a:lnTo>
                  <a:lnTo>
                    <a:pt x="5334254" y="2171827"/>
                  </a:lnTo>
                  <a:cubicBezTo>
                    <a:pt x="5334254" y="2176780"/>
                    <a:pt x="5333746" y="2181733"/>
                    <a:pt x="5332730" y="2186686"/>
                  </a:cubicBezTo>
                  <a:lnTo>
                    <a:pt x="5323332" y="2184781"/>
                  </a:lnTo>
                  <a:lnTo>
                    <a:pt x="5332730" y="2186686"/>
                  </a:lnTo>
                  <a:cubicBezTo>
                    <a:pt x="5331714" y="2191639"/>
                    <a:pt x="5330317" y="2196338"/>
                    <a:pt x="5328412" y="2201037"/>
                  </a:cubicBezTo>
                  <a:lnTo>
                    <a:pt x="5328412" y="2201037"/>
                  </a:lnTo>
                  <a:lnTo>
                    <a:pt x="5328412" y="2201037"/>
                  </a:lnTo>
                  <a:cubicBezTo>
                    <a:pt x="5326507" y="2205609"/>
                    <a:pt x="5324094" y="2210054"/>
                    <a:pt x="5321427" y="2214245"/>
                  </a:cubicBezTo>
                  <a:lnTo>
                    <a:pt x="5313553" y="2208911"/>
                  </a:lnTo>
                  <a:lnTo>
                    <a:pt x="5321427" y="2214245"/>
                  </a:lnTo>
                  <a:cubicBezTo>
                    <a:pt x="5318633" y="2218436"/>
                    <a:pt x="5315458" y="2222246"/>
                    <a:pt x="5311902" y="2225802"/>
                  </a:cubicBezTo>
                  <a:lnTo>
                    <a:pt x="5311902" y="2225802"/>
                  </a:lnTo>
                  <a:lnTo>
                    <a:pt x="5311902" y="2225802"/>
                  </a:lnTo>
                  <a:cubicBezTo>
                    <a:pt x="5308346" y="2229358"/>
                    <a:pt x="5304537" y="2232533"/>
                    <a:pt x="5300345" y="2235327"/>
                  </a:cubicBezTo>
                  <a:lnTo>
                    <a:pt x="5300345" y="2235327"/>
                  </a:lnTo>
                  <a:lnTo>
                    <a:pt x="5300345" y="2235327"/>
                  </a:lnTo>
                  <a:cubicBezTo>
                    <a:pt x="5296155" y="2238121"/>
                    <a:pt x="5291836" y="2240407"/>
                    <a:pt x="5287137" y="2242312"/>
                  </a:cubicBezTo>
                  <a:lnTo>
                    <a:pt x="5283454" y="2233549"/>
                  </a:lnTo>
                  <a:lnTo>
                    <a:pt x="5287137" y="2242312"/>
                  </a:lnTo>
                  <a:cubicBezTo>
                    <a:pt x="5282565" y="2244217"/>
                    <a:pt x="5277739" y="2245614"/>
                    <a:pt x="5272786" y="2246630"/>
                  </a:cubicBezTo>
                  <a:lnTo>
                    <a:pt x="5270881" y="2237232"/>
                  </a:lnTo>
                  <a:lnTo>
                    <a:pt x="5272786" y="2246630"/>
                  </a:lnTo>
                  <a:cubicBezTo>
                    <a:pt x="5267833" y="2247646"/>
                    <a:pt x="5262880" y="2248154"/>
                    <a:pt x="5257927" y="2248154"/>
                  </a:cubicBezTo>
                  <a:lnTo>
                    <a:pt x="5257927" y="2248154"/>
                  </a:lnTo>
                  <a:lnTo>
                    <a:pt x="5257927" y="2248154"/>
                  </a:lnTo>
                  <a:lnTo>
                    <a:pt x="76327" y="2248154"/>
                  </a:lnTo>
                  <a:lnTo>
                    <a:pt x="76327" y="2248154"/>
                  </a:lnTo>
                  <a:lnTo>
                    <a:pt x="76327" y="2248154"/>
                  </a:lnTo>
                  <a:cubicBezTo>
                    <a:pt x="71374" y="2248154"/>
                    <a:pt x="66421" y="2247646"/>
                    <a:pt x="61468" y="2246630"/>
                  </a:cubicBezTo>
                  <a:lnTo>
                    <a:pt x="63373" y="2237232"/>
                  </a:lnTo>
                  <a:lnTo>
                    <a:pt x="61468" y="2246630"/>
                  </a:lnTo>
                  <a:cubicBezTo>
                    <a:pt x="56515" y="2245614"/>
                    <a:pt x="51816" y="2244217"/>
                    <a:pt x="47117" y="2242312"/>
                  </a:cubicBezTo>
                  <a:lnTo>
                    <a:pt x="47117" y="2242312"/>
                  </a:lnTo>
                  <a:lnTo>
                    <a:pt x="47117" y="2242312"/>
                  </a:lnTo>
                  <a:cubicBezTo>
                    <a:pt x="42545" y="2240407"/>
                    <a:pt x="38100" y="2237994"/>
                    <a:pt x="33909" y="2235327"/>
                  </a:cubicBezTo>
                  <a:lnTo>
                    <a:pt x="39243" y="2227453"/>
                  </a:lnTo>
                  <a:lnTo>
                    <a:pt x="33909" y="2235327"/>
                  </a:lnTo>
                  <a:cubicBezTo>
                    <a:pt x="29718" y="2232533"/>
                    <a:pt x="25908" y="2229358"/>
                    <a:pt x="22352" y="2225802"/>
                  </a:cubicBezTo>
                  <a:lnTo>
                    <a:pt x="22352" y="2225802"/>
                  </a:lnTo>
                  <a:lnTo>
                    <a:pt x="22352" y="2225802"/>
                  </a:lnTo>
                  <a:cubicBezTo>
                    <a:pt x="18796" y="2222246"/>
                    <a:pt x="15621" y="2218436"/>
                    <a:pt x="12827" y="2214245"/>
                  </a:cubicBezTo>
                  <a:lnTo>
                    <a:pt x="20701" y="2208911"/>
                  </a:lnTo>
                  <a:lnTo>
                    <a:pt x="12827" y="2214245"/>
                  </a:lnTo>
                  <a:cubicBezTo>
                    <a:pt x="10033" y="2210054"/>
                    <a:pt x="7747" y="2205736"/>
                    <a:pt x="5842" y="2201037"/>
                  </a:cubicBezTo>
                  <a:lnTo>
                    <a:pt x="5842" y="2201037"/>
                  </a:lnTo>
                  <a:lnTo>
                    <a:pt x="5842" y="2201037"/>
                  </a:lnTo>
                  <a:cubicBezTo>
                    <a:pt x="3937" y="2196465"/>
                    <a:pt x="2540" y="2191639"/>
                    <a:pt x="1524" y="2186686"/>
                  </a:cubicBezTo>
                  <a:lnTo>
                    <a:pt x="1524" y="2186686"/>
                  </a:lnTo>
                  <a:lnTo>
                    <a:pt x="1524" y="2186686"/>
                  </a:lnTo>
                  <a:cubicBezTo>
                    <a:pt x="508" y="2181733"/>
                    <a:pt x="0" y="2176780"/>
                    <a:pt x="0" y="2171827"/>
                  </a:cubicBezTo>
                  <a:lnTo>
                    <a:pt x="9525" y="2171827"/>
                  </a:lnTo>
                  <a:lnTo>
                    <a:pt x="0" y="2171827"/>
                  </a:lnTo>
                  <a:moveTo>
                    <a:pt x="19050" y="2171827"/>
                  </a:moveTo>
                  <a:cubicBezTo>
                    <a:pt x="19050" y="2175637"/>
                    <a:pt x="19431" y="2179320"/>
                    <a:pt x="20193" y="2183003"/>
                  </a:cubicBezTo>
                  <a:lnTo>
                    <a:pt x="10795" y="2184908"/>
                  </a:lnTo>
                  <a:lnTo>
                    <a:pt x="20193" y="2183003"/>
                  </a:lnTo>
                  <a:cubicBezTo>
                    <a:pt x="20955" y="2186686"/>
                    <a:pt x="21971" y="2190242"/>
                    <a:pt x="23495" y="2193671"/>
                  </a:cubicBezTo>
                  <a:lnTo>
                    <a:pt x="14732" y="2197354"/>
                  </a:lnTo>
                  <a:lnTo>
                    <a:pt x="23495" y="2193671"/>
                  </a:lnTo>
                  <a:cubicBezTo>
                    <a:pt x="24892" y="2197100"/>
                    <a:pt x="26670" y="2200402"/>
                    <a:pt x="28829" y="2203577"/>
                  </a:cubicBezTo>
                  <a:cubicBezTo>
                    <a:pt x="30988" y="2206752"/>
                    <a:pt x="33274" y="2209546"/>
                    <a:pt x="35941" y="2212213"/>
                  </a:cubicBezTo>
                  <a:lnTo>
                    <a:pt x="29210" y="2218944"/>
                  </a:lnTo>
                  <a:lnTo>
                    <a:pt x="35941" y="2212213"/>
                  </a:lnTo>
                  <a:cubicBezTo>
                    <a:pt x="38608" y="2214880"/>
                    <a:pt x="41529" y="2217293"/>
                    <a:pt x="44577" y="2219325"/>
                  </a:cubicBezTo>
                  <a:cubicBezTo>
                    <a:pt x="47625" y="2221357"/>
                    <a:pt x="50927" y="2223135"/>
                    <a:pt x="54483" y="2224659"/>
                  </a:cubicBezTo>
                  <a:lnTo>
                    <a:pt x="50800" y="2233422"/>
                  </a:lnTo>
                  <a:lnTo>
                    <a:pt x="54483" y="2224659"/>
                  </a:lnTo>
                  <a:cubicBezTo>
                    <a:pt x="57912" y="2226056"/>
                    <a:pt x="61468" y="2227199"/>
                    <a:pt x="65151" y="2227961"/>
                  </a:cubicBezTo>
                  <a:cubicBezTo>
                    <a:pt x="68834" y="2228723"/>
                    <a:pt x="72517" y="2229104"/>
                    <a:pt x="76327" y="2229104"/>
                  </a:cubicBezTo>
                  <a:lnTo>
                    <a:pt x="76327" y="2238629"/>
                  </a:lnTo>
                  <a:lnTo>
                    <a:pt x="76327" y="2229104"/>
                  </a:lnTo>
                  <a:lnTo>
                    <a:pt x="5257927" y="2229104"/>
                  </a:lnTo>
                  <a:lnTo>
                    <a:pt x="5257927" y="2238629"/>
                  </a:lnTo>
                  <a:lnTo>
                    <a:pt x="5257927" y="2229104"/>
                  </a:lnTo>
                  <a:cubicBezTo>
                    <a:pt x="5261737" y="2229104"/>
                    <a:pt x="5265420" y="2228723"/>
                    <a:pt x="5269103" y="2227961"/>
                  </a:cubicBezTo>
                  <a:cubicBezTo>
                    <a:pt x="5272786" y="2227199"/>
                    <a:pt x="5276342" y="2226183"/>
                    <a:pt x="5279771" y="2224659"/>
                  </a:cubicBezTo>
                  <a:cubicBezTo>
                    <a:pt x="5283200" y="2223135"/>
                    <a:pt x="5286502" y="2221484"/>
                    <a:pt x="5289677" y="2219325"/>
                  </a:cubicBezTo>
                  <a:lnTo>
                    <a:pt x="5295011" y="2227199"/>
                  </a:lnTo>
                  <a:lnTo>
                    <a:pt x="5289677" y="2219325"/>
                  </a:lnTo>
                  <a:cubicBezTo>
                    <a:pt x="5292852" y="2217293"/>
                    <a:pt x="5295646" y="2214880"/>
                    <a:pt x="5298313" y="2212213"/>
                  </a:cubicBezTo>
                  <a:lnTo>
                    <a:pt x="5305044" y="2218944"/>
                  </a:lnTo>
                  <a:lnTo>
                    <a:pt x="5298313" y="2212213"/>
                  </a:lnTo>
                  <a:cubicBezTo>
                    <a:pt x="5300980" y="2209546"/>
                    <a:pt x="5303393" y="2206625"/>
                    <a:pt x="5305425" y="2203577"/>
                  </a:cubicBezTo>
                  <a:cubicBezTo>
                    <a:pt x="5307457" y="2200529"/>
                    <a:pt x="5309235" y="2197227"/>
                    <a:pt x="5310759" y="2193671"/>
                  </a:cubicBezTo>
                  <a:lnTo>
                    <a:pt x="5319522" y="2197354"/>
                  </a:lnTo>
                  <a:lnTo>
                    <a:pt x="5310759" y="2193671"/>
                  </a:lnTo>
                  <a:cubicBezTo>
                    <a:pt x="5312156" y="2190242"/>
                    <a:pt x="5313299" y="2186686"/>
                    <a:pt x="5314061" y="2183003"/>
                  </a:cubicBezTo>
                  <a:cubicBezTo>
                    <a:pt x="5314823" y="2179320"/>
                    <a:pt x="5315204" y="2175637"/>
                    <a:pt x="5315204" y="2171827"/>
                  </a:cubicBezTo>
                  <a:lnTo>
                    <a:pt x="5315204" y="76327"/>
                  </a:lnTo>
                  <a:cubicBezTo>
                    <a:pt x="5315204" y="72517"/>
                    <a:pt x="5314823" y="68834"/>
                    <a:pt x="5314061" y="65151"/>
                  </a:cubicBezTo>
                  <a:lnTo>
                    <a:pt x="5314061" y="65151"/>
                  </a:lnTo>
                  <a:lnTo>
                    <a:pt x="5314061" y="65151"/>
                  </a:lnTo>
                  <a:cubicBezTo>
                    <a:pt x="5313299" y="61468"/>
                    <a:pt x="5312283" y="57912"/>
                    <a:pt x="5310759" y="54483"/>
                  </a:cubicBezTo>
                  <a:lnTo>
                    <a:pt x="5319522" y="50800"/>
                  </a:lnTo>
                  <a:lnTo>
                    <a:pt x="5310759" y="54483"/>
                  </a:lnTo>
                  <a:cubicBezTo>
                    <a:pt x="5309362" y="51054"/>
                    <a:pt x="5307584" y="47752"/>
                    <a:pt x="5305425" y="44577"/>
                  </a:cubicBezTo>
                  <a:lnTo>
                    <a:pt x="5305425" y="44577"/>
                  </a:lnTo>
                  <a:lnTo>
                    <a:pt x="5305425" y="44577"/>
                  </a:lnTo>
                  <a:cubicBezTo>
                    <a:pt x="5303393" y="41402"/>
                    <a:pt x="5300980" y="38608"/>
                    <a:pt x="5298313" y="35941"/>
                  </a:cubicBezTo>
                  <a:cubicBezTo>
                    <a:pt x="5295646" y="33274"/>
                    <a:pt x="5292725" y="30861"/>
                    <a:pt x="5289677" y="28829"/>
                  </a:cubicBezTo>
                  <a:lnTo>
                    <a:pt x="5295011" y="20955"/>
                  </a:lnTo>
                  <a:lnTo>
                    <a:pt x="5289677" y="28829"/>
                  </a:lnTo>
                  <a:cubicBezTo>
                    <a:pt x="5286502" y="26797"/>
                    <a:pt x="5283200" y="25019"/>
                    <a:pt x="5279771" y="23495"/>
                  </a:cubicBezTo>
                  <a:cubicBezTo>
                    <a:pt x="5276342" y="21971"/>
                    <a:pt x="5272786" y="20955"/>
                    <a:pt x="5269103" y="20193"/>
                  </a:cubicBezTo>
                  <a:cubicBezTo>
                    <a:pt x="5265420" y="19431"/>
                    <a:pt x="5261737" y="19050"/>
                    <a:pt x="5257927" y="19050"/>
                  </a:cubicBezTo>
                  <a:lnTo>
                    <a:pt x="76327" y="19050"/>
                  </a:lnTo>
                  <a:cubicBezTo>
                    <a:pt x="72517" y="19050"/>
                    <a:pt x="68834" y="19431"/>
                    <a:pt x="65151" y="20193"/>
                  </a:cubicBezTo>
                  <a:cubicBezTo>
                    <a:pt x="61468" y="20955"/>
                    <a:pt x="57912" y="21971"/>
                    <a:pt x="54483" y="23495"/>
                  </a:cubicBezTo>
                  <a:lnTo>
                    <a:pt x="50800" y="14732"/>
                  </a:lnTo>
                  <a:lnTo>
                    <a:pt x="54483" y="23495"/>
                  </a:lnTo>
                  <a:cubicBezTo>
                    <a:pt x="51054" y="24892"/>
                    <a:pt x="47752" y="26670"/>
                    <a:pt x="44577" y="28829"/>
                  </a:cubicBezTo>
                  <a:cubicBezTo>
                    <a:pt x="41402" y="30988"/>
                    <a:pt x="38608" y="33274"/>
                    <a:pt x="35941" y="35941"/>
                  </a:cubicBezTo>
                  <a:cubicBezTo>
                    <a:pt x="33274" y="38608"/>
                    <a:pt x="30861" y="41529"/>
                    <a:pt x="28829" y="44577"/>
                  </a:cubicBezTo>
                  <a:lnTo>
                    <a:pt x="20955" y="39243"/>
                  </a:lnTo>
                  <a:lnTo>
                    <a:pt x="28829" y="44577"/>
                  </a:lnTo>
                  <a:cubicBezTo>
                    <a:pt x="26797" y="47752"/>
                    <a:pt x="25019" y="50927"/>
                    <a:pt x="23495" y="54483"/>
                  </a:cubicBezTo>
                  <a:lnTo>
                    <a:pt x="14732" y="50800"/>
                  </a:lnTo>
                  <a:lnTo>
                    <a:pt x="23495" y="54483"/>
                  </a:lnTo>
                  <a:cubicBezTo>
                    <a:pt x="22098" y="57912"/>
                    <a:pt x="20955" y="61468"/>
                    <a:pt x="20193" y="65151"/>
                  </a:cubicBezTo>
                  <a:lnTo>
                    <a:pt x="20193" y="65151"/>
                  </a:lnTo>
                  <a:lnTo>
                    <a:pt x="20193" y="65151"/>
                  </a:lnTo>
                  <a:cubicBezTo>
                    <a:pt x="19431" y="68834"/>
                    <a:pt x="19050" y="72517"/>
                    <a:pt x="19050" y="76327"/>
                  </a:cubicBezTo>
                  <a:lnTo>
                    <a:pt x="19050" y="2171827"/>
                  </a:ln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484378" y="387858"/>
              <a:ext cx="457708" cy="457708"/>
            </a:xfrm>
            <a:custGeom>
              <a:avLst/>
              <a:gdLst/>
              <a:ahLst/>
              <a:cxnLst/>
              <a:rect r="r" b="b" t="t" l="l"/>
              <a:pathLst>
                <a:path h="457708" w="457708">
                  <a:moveTo>
                    <a:pt x="457708" y="228854"/>
                  </a:moveTo>
                  <a:cubicBezTo>
                    <a:pt x="457708" y="236347"/>
                    <a:pt x="457327" y="243840"/>
                    <a:pt x="456565" y="251206"/>
                  </a:cubicBezTo>
                  <a:cubicBezTo>
                    <a:pt x="455803" y="258572"/>
                    <a:pt x="454787" y="266065"/>
                    <a:pt x="453263" y="273431"/>
                  </a:cubicBezTo>
                  <a:cubicBezTo>
                    <a:pt x="451739" y="280797"/>
                    <a:pt x="449961" y="288036"/>
                    <a:pt x="447802" y="295148"/>
                  </a:cubicBezTo>
                  <a:cubicBezTo>
                    <a:pt x="445643" y="302260"/>
                    <a:pt x="443103" y="309372"/>
                    <a:pt x="440182" y="316230"/>
                  </a:cubicBezTo>
                  <a:cubicBezTo>
                    <a:pt x="437261" y="323088"/>
                    <a:pt x="434086" y="329946"/>
                    <a:pt x="430530" y="336550"/>
                  </a:cubicBezTo>
                  <a:cubicBezTo>
                    <a:pt x="426974" y="343154"/>
                    <a:pt x="423164" y="349504"/>
                    <a:pt x="418973" y="355854"/>
                  </a:cubicBezTo>
                  <a:cubicBezTo>
                    <a:pt x="414782" y="362204"/>
                    <a:pt x="410337" y="368046"/>
                    <a:pt x="405638" y="373888"/>
                  </a:cubicBezTo>
                  <a:cubicBezTo>
                    <a:pt x="400939" y="379730"/>
                    <a:pt x="395859" y="385191"/>
                    <a:pt x="390525" y="390525"/>
                  </a:cubicBezTo>
                  <a:cubicBezTo>
                    <a:pt x="385191" y="395859"/>
                    <a:pt x="379730" y="400812"/>
                    <a:pt x="373888" y="405638"/>
                  </a:cubicBezTo>
                  <a:cubicBezTo>
                    <a:pt x="368046" y="410464"/>
                    <a:pt x="362077" y="414782"/>
                    <a:pt x="355854" y="418973"/>
                  </a:cubicBezTo>
                  <a:cubicBezTo>
                    <a:pt x="349631" y="423164"/>
                    <a:pt x="343154" y="426974"/>
                    <a:pt x="336550" y="430530"/>
                  </a:cubicBezTo>
                  <a:cubicBezTo>
                    <a:pt x="329946" y="434086"/>
                    <a:pt x="323215" y="437261"/>
                    <a:pt x="316230" y="440182"/>
                  </a:cubicBezTo>
                  <a:cubicBezTo>
                    <a:pt x="309245" y="443103"/>
                    <a:pt x="302260" y="445516"/>
                    <a:pt x="295148" y="447802"/>
                  </a:cubicBezTo>
                  <a:cubicBezTo>
                    <a:pt x="288036" y="450088"/>
                    <a:pt x="280670" y="451739"/>
                    <a:pt x="273431" y="453263"/>
                  </a:cubicBezTo>
                  <a:cubicBezTo>
                    <a:pt x="266192" y="454787"/>
                    <a:pt x="258699" y="455803"/>
                    <a:pt x="251206" y="456565"/>
                  </a:cubicBezTo>
                  <a:cubicBezTo>
                    <a:pt x="243713" y="457327"/>
                    <a:pt x="236347" y="457708"/>
                    <a:pt x="228854" y="457708"/>
                  </a:cubicBezTo>
                  <a:cubicBezTo>
                    <a:pt x="221361" y="457708"/>
                    <a:pt x="213868" y="457327"/>
                    <a:pt x="206502" y="456565"/>
                  </a:cubicBezTo>
                  <a:cubicBezTo>
                    <a:pt x="199136" y="455803"/>
                    <a:pt x="191643" y="454787"/>
                    <a:pt x="184277" y="453263"/>
                  </a:cubicBezTo>
                  <a:cubicBezTo>
                    <a:pt x="176911" y="451739"/>
                    <a:pt x="169672" y="449961"/>
                    <a:pt x="162560" y="447802"/>
                  </a:cubicBezTo>
                  <a:cubicBezTo>
                    <a:pt x="155448" y="445643"/>
                    <a:pt x="148336" y="443103"/>
                    <a:pt x="141478" y="440182"/>
                  </a:cubicBezTo>
                  <a:cubicBezTo>
                    <a:pt x="134620" y="437261"/>
                    <a:pt x="127762" y="434086"/>
                    <a:pt x="121158" y="430530"/>
                  </a:cubicBezTo>
                  <a:cubicBezTo>
                    <a:pt x="114554" y="426974"/>
                    <a:pt x="108204" y="423164"/>
                    <a:pt x="101854" y="418973"/>
                  </a:cubicBezTo>
                  <a:cubicBezTo>
                    <a:pt x="95504" y="414782"/>
                    <a:pt x="89662" y="410337"/>
                    <a:pt x="83820" y="405638"/>
                  </a:cubicBezTo>
                  <a:cubicBezTo>
                    <a:pt x="77978" y="400939"/>
                    <a:pt x="72517" y="395859"/>
                    <a:pt x="67183" y="390525"/>
                  </a:cubicBezTo>
                  <a:cubicBezTo>
                    <a:pt x="61849" y="385191"/>
                    <a:pt x="56896" y="379730"/>
                    <a:pt x="52070" y="373888"/>
                  </a:cubicBezTo>
                  <a:cubicBezTo>
                    <a:pt x="47244" y="368046"/>
                    <a:pt x="42926" y="362077"/>
                    <a:pt x="38735" y="355854"/>
                  </a:cubicBezTo>
                  <a:cubicBezTo>
                    <a:pt x="34544" y="349631"/>
                    <a:pt x="30734" y="343154"/>
                    <a:pt x="27178" y="336550"/>
                  </a:cubicBezTo>
                  <a:cubicBezTo>
                    <a:pt x="23622" y="329946"/>
                    <a:pt x="20447" y="323215"/>
                    <a:pt x="17526" y="316230"/>
                  </a:cubicBezTo>
                  <a:cubicBezTo>
                    <a:pt x="14605" y="309245"/>
                    <a:pt x="12192" y="302260"/>
                    <a:pt x="9906" y="295148"/>
                  </a:cubicBezTo>
                  <a:cubicBezTo>
                    <a:pt x="7620" y="288036"/>
                    <a:pt x="5969" y="280670"/>
                    <a:pt x="4445" y="273431"/>
                  </a:cubicBezTo>
                  <a:cubicBezTo>
                    <a:pt x="2921" y="266192"/>
                    <a:pt x="1905" y="258699"/>
                    <a:pt x="1143" y="251206"/>
                  </a:cubicBezTo>
                  <a:cubicBezTo>
                    <a:pt x="381" y="243713"/>
                    <a:pt x="0" y="236347"/>
                    <a:pt x="0" y="228854"/>
                  </a:cubicBezTo>
                  <a:cubicBezTo>
                    <a:pt x="0" y="221361"/>
                    <a:pt x="381" y="213868"/>
                    <a:pt x="1143" y="206502"/>
                  </a:cubicBezTo>
                  <a:cubicBezTo>
                    <a:pt x="1905" y="199136"/>
                    <a:pt x="2921" y="191643"/>
                    <a:pt x="4445" y="184277"/>
                  </a:cubicBezTo>
                  <a:cubicBezTo>
                    <a:pt x="5969" y="176911"/>
                    <a:pt x="7747" y="169672"/>
                    <a:pt x="9906" y="162560"/>
                  </a:cubicBezTo>
                  <a:cubicBezTo>
                    <a:pt x="12065" y="155448"/>
                    <a:pt x="14605" y="148336"/>
                    <a:pt x="17526" y="141478"/>
                  </a:cubicBezTo>
                  <a:cubicBezTo>
                    <a:pt x="20447" y="134620"/>
                    <a:pt x="23622" y="127762"/>
                    <a:pt x="27178" y="121158"/>
                  </a:cubicBezTo>
                  <a:cubicBezTo>
                    <a:pt x="30734" y="114554"/>
                    <a:pt x="34544" y="108204"/>
                    <a:pt x="38735" y="101854"/>
                  </a:cubicBezTo>
                  <a:cubicBezTo>
                    <a:pt x="42926" y="95504"/>
                    <a:pt x="47371" y="89662"/>
                    <a:pt x="52070" y="83820"/>
                  </a:cubicBezTo>
                  <a:cubicBezTo>
                    <a:pt x="56769" y="77978"/>
                    <a:pt x="61849" y="72517"/>
                    <a:pt x="67183" y="67183"/>
                  </a:cubicBezTo>
                  <a:cubicBezTo>
                    <a:pt x="72517" y="61849"/>
                    <a:pt x="77978" y="56896"/>
                    <a:pt x="83820" y="52070"/>
                  </a:cubicBezTo>
                  <a:cubicBezTo>
                    <a:pt x="89662" y="47244"/>
                    <a:pt x="95631" y="42926"/>
                    <a:pt x="101854" y="38735"/>
                  </a:cubicBezTo>
                  <a:cubicBezTo>
                    <a:pt x="108077" y="34544"/>
                    <a:pt x="114554" y="30734"/>
                    <a:pt x="121158" y="27178"/>
                  </a:cubicBezTo>
                  <a:cubicBezTo>
                    <a:pt x="127762" y="23622"/>
                    <a:pt x="134493" y="20447"/>
                    <a:pt x="141478" y="17526"/>
                  </a:cubicBezTo>
                  <a:cubicBezTo>
                    <a:pt x="148463" y="14605"/>
                    <a:pt x="155448" y="12192"/>
                    <a:pt x="162560" y="9906"/>
                  </a:cubicBezTo>
                  <a:cubicBezTo>
                    <a:pt x="169672" y="7620"/>
                    <a:pt x="177038" y="5969"/>
                    <a:pt x="184277" y="4445"/>
                  </a:cubicBezTo>
                  <a:cubicBezTo>
                    <a:pt x="191516" y="2921"/>
                    <a:pt x="199009" y="1905"/>
                    <a:pt x="206502" y="1143"/>
                  </a:cubicBezTo>
                  <a:cubicBezTo>
                    <a:pt x="213995" y="381"/>
                    <a:pt x="221361" y="0"/>
                    <a:pt x="228854" y="0"/>
                  </a:cubicBezTo>
                  <a:cubicBezTo>
                    <a:pt x="236347" y="0"/>
                    <a:pt x="243840" y="381"/>
                    <a:pt x="251206" y="1143"/>
                  </a:cubicBezTo>
                  <a:cubicBezTo>
                    <a:pt x="258572" y="1905"/>
                    <a:pt x="266065" y="2921"/>
                    <a:pt x="273431" y="4445"/>
                  </a:cubicBezTo>
                  <a:cubicBezTo>
                    <a:pt x="280797" y="5969"/>
                    <a:pt x="288036" y="7747"/>
                    <a:pt x="295148" y="9906"/>
                  </a:cubicBezTo>
                  <a:cubicBezTo>
                    <a:pt x="302260" y="12065"/>
                    <a:pt x="309372" y="14605"/>
                    <a:pt x="316230" y="17526"/>
                  </a:cubicBezTo>
                  <a:cubicBezTo>
                    <a:pt x="323088" y="20447"/>
                    <a:pt x="329946" y="23622"/>
                    <a:pt x="336550" y="27178"/>
                  </a:cubicBezTo>
                  <a:cubicBezTo>
                    <a:pt x="343154" y="30734"/>
                    <a:pt x="349504" y="34544"/>
                    <a:pt x="355854" y="38735"/>
                  </a:cubicBezTo>
                  <a:cubicBezTo>
                    <a:pt x="362204" y="42926"/>
                    <a:pt x="368046" y="47371"/>
                    <a:pt x="373888" y="52070"/>
                  </a:cubicBezTo>
                  <a:cubicBezTo>
                    <a:pt x="379730" y="56769"/>
                    <a:pt x="385191" y="61849"/>
                    <a:pt x="390525" y="67183"/>
                  </a:cubicBezTo>
                  <a:cubicBezTo>
                    <a:pt x="395859" y="72517"/>
                    <a:pt x="400812" y="77978"/>
                    <a:pt x="405638" y="83820"/>
                  </a:cubicBezTo>
                  <a:cubicBezTo>
                    <a:pt x="410464" y="89662"/>
                    <a:pt x="414782" y="95631"/>
                    <a:pt x="418973" y="101854"/>
                  </a:cubicBezTo>
                  <a:cubicBezTo>
                    <a:pt x="423164" y="108077"/>
                    <a:pt x="426974" y="114554"/>
                    <a:pt x="430530" y="121158"/>
                  </a:cubicBezTo>
                  <a:cubicBezTo>
                    <a:pt x="434086" y="127762"/>
                    <a:pt x="437261" y="134493"/>
                    <a:pt x="440182" y="141478"/>
                  </a:cubicBezTo>
                  <a:cubicBezTo>
                    <a:pt x="443103" y="148463"/>
                    <a:pt x="445516" y="155448"/>
                    <a:pt x="447802" y="162560"/>
                  </a:cubicBezTo>
                  <a:cubicBezTo>
                    <a:pt x="450088" y="169672"/>
                    <a:pt x="451739" y="177038"/>
                    <a:pt x="453263" y="184277"/>
                  </a:cubicBezTo>
                  <a:cubicBezTo>
                    <a:pt x="454787" y="191516"/>
                    <a:pt x="455803" y="199009"/>
                    <a:pt x="456565" y="206502"/>
                  </a:cubicBezTo>
                  <a:cubicBezTo>
                    <a:pt x="457327" y="213995"/>
                    <a:pt x="457708" y="221361"/>
                    <a:pt x="457708" y="228854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308592" y="6628486"/>
            <a:ext cx="8129016" cy="3506724"/>
            <a:chOff x="0" y="0"/>
            <a:chExt cx="7225792" cy="311708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225792" cy="3117088"/>
            </a:xfrm>
            <a:custGeom>
              <a:avLst/>
              <a:gdLst/>
              <a:ahLst/>
              <a:cxnLst/>
              <a:rect r="r" b="b" t="t" l="l"/>
              <a:pathLst>
                <a:path h="3117088" w="7225792">
                  <a:moveTo>
                    <a:pt x="7067296" y="21844"/>
                  </a:moveTo>
                  <a:cubicBezTo>
                    <a:pt x="7079107" y="21844"/>
                    <a:pt x="7090410" y="24130"/>
                    <a:pt x="7101332" y="28575"/>
                  </a:cubicBezTo>
                  <a:cubicBezTo>
                    <a:pt x="7112253" y="33020"/>
                    <a:pt x="7121778" y="39497"/>
                    <a:pt x="7130161" y="47879"/>
                  </a:cubicBezTo>
                  <a:cubicBezTo>
                    <a:pt x="7138543" y="56261"/>
                    <a:pt x="7144893" y="65786"/>
                    <a:pt x="7149464" y="76708"/>
                  </a:cubicBezTo>
                  <a:cubicBezTo>
                    <a:pt x="7154037" y="87630"/>
                    <a:pt x="7156196" y="98933"/>
                    <a:pt x="7156196" y="110744"/>
                  </a:cubicBezTo>
                  <a:lnTo>
                    <a:pt x="7156196" y="2904744"/>
                  </a:lnTo>
                  <a:cubicBezTo>
                    <a:pt x="7156196" y="2916555"/>
                    <a:pt x="7153910" y="2927858"/>
                    <a:pt x="7149464" y="2938780"/>
                  </a:cubicBezTo>
                  <a:cubicBezTo>
                    <a:pt x="7145020" y="2949702"/>
                    <a:pt x="7138543" y="2959227"/>
                    <a:pt x="7130161" y="2967609"/>
                  </a:cubicBezTo>
                  <a:cubicBezTo>
                    <a:pt x="7121778" y="2975991"/>
                    <a:pt x="7112253" y="2982341"/>
                    <a:pt x="7101332" y="2986913"/>
                  </a:cubicBezTo>
                  <a:cubicBezTo>
                    <a:pt x="7090410" y="2991485"/>
                    <a:pt x="7079107" y="2993644"/>
                    <a:pt x="7067296" y="2993644"/>
                  </a:cubicBezTo>
                  <a:lnTo>
                    <a:pt x="158496" y="2993644"/>
                  </a:lnTo>
                  <a:cubicBezTo>
                    <a:pt x="146685" y="2993644"/>
                    <a:pt x="135382" y="2991358"/>
                    <a:pt x="124460" y="2986913"/>
                  </a:cubicBezTo>
                  <a:cubicBezTo>
                    <a:pt x="113538" y="2982468"/>
                    <a:pt x="104013" y="2975991"/>
                    <a:pt x="95631" y="2967609"/>
                  </a:cubicBezTo>
                  <a:cubicBezTo>
                    <a:pt x="87249" y="2959227"/>
                    <a:pt x="80899" y="2949702"/>
                    <a:pt x="76327" y="2938780"/>
                  </a:cubicBezTo>
                  <a:cubicBezTo>
                    <a:pt x="71755" y="2927858"/>
                    <a:pt x="69596" y="2916555"/>
                    <a:pt x="69596" y="2904744"/>
                  </a:cubicBezTo>
                  <a:lnTo>
                    <a:pt x="69596" y="110744"/>
                  </a:lnTo>
                  <a:cubicBezTo>
                    <a:pt x="69596" y="98933"/>
                    <a:pt x="71882" y="87630"/>
                    <a:pt x="76327" y="76708"/>
                  </a:cubicBezTo>
                  <a:cubicBezTo>
                    <a:pt x="80772" y="65786"/>
                    <a:pt x="87249" y="56261"/>
                    <a:pt x="95631" y="47879"/>
                  </a:cubicBezTo>
                  <a:cubicBezTo>
                    <a:pt x="104013" y="39497"/>
                    <a:pt x="113538" y="33147"/>
                    <a:pt x="124460" y="28575"/>
                  </a:cubicBezTo>
                  <a:cubicBezTo>
                    <a:pt x="135382" y="24003"/>
                    <a:pt x="146685" y="21844"/>
                    <a:pt x="158496" y="21844"/>
                  </a:cubicBezTo>
                  <a:close/>
                  <a:moveTo>
                    <a:pt x="0" y="0"/>
                  </a:moveTo>
                  <a:lnTo>
                    <a:pt x="0" y="3117088"/>
                  </a:lnTo>
                  <a:lnTo>
                    <a:pt x="7225792" y="3117088"/>
                  </a:lnTo>
                  <a:lnTo>
                    <a:pt x="7225792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39" id="39"/>
          <p:cNvGrpSpPr>
            <a:grpSpLocks noChangeAspect="true"/>
          </p:cNvGrpSpPr>
          <p:nvPr/>
        </p:nvGrpSpPr>
        <p:grpSpPr>
          <a:xfrm rot="0">
            <a:off x="9308592" y="6628486"/>
            <a:ext cx="8129016" cy="3506724"/>
            <a:chOff x="0" y="0"/>
            <a:chExt cx="5419344" cy="233781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419344" cy="2337816"/>
            </a:xfrm>
            <a:custGeom>
              <a:avLst/>
              <a:gdLst/>
              <a:ahLst/>
              <a:cxnLst/>
              <a:rect r="r" b="b" t="t" l="l"/>
              <a:pathLst>
                <a:path h="2337816" w="5419344">
                  <a:moveTo>
                    <a:pt x="0" y="0"/>
                  </a:moveTo>
                  <a:lnTo>
                    <a:pt x="5419344" y="0"/>
                  </a:lnTo>
                  <a:lnTo>
                    <a:pt x="5419344" y="2337816"/>
                  </a:lnTo>
                  <a:lnTo>
                    <a:pt x="0" y="2337816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9111996" y="6523330"/>
            <a:ext cx="8522208" cy="3890772"/>
            <a:chOff x="0" y="0"/>
            <a:chExt cx="7575296" cy="345846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575296" cy="3458464"/>
            </a:xfrm>
            <a:custGeom>
              <a:avLst/>
              <a:gdLst/>
              <a:ahLst/>
              <a:cxnLst/>
              <a:rect r="r" b="b" t="t" l="l"/>
              <a:pathLst>
                <a:path h="3458464" w="7575296">
                  <a:moveTo>
                    <a:pt x="7242048" y="115316"/>
                  </a:moveTo>
                  <a:cubicBezTo>
                    <a:pt x="7253859" y="115316"/>
                    <a:pt x="7265162" y="117602"/>
                    <a:pt x="7276084" y="122047"/>
                  </a:cubicBezTo>
                  <a:cubicBezTo>
                    <a:pt x="7287006" y="126492"/>
                    <a:pt x="7296531" y="132969"/>
                    <a:pt x="7304913" y="141351"/>
                  </a:cubicBezTo>
                  <a:cubicBezTo>
                    <a:pt x="7313295" y="149733"/>
                    <a:pt x="7319645" y="159258"/>
                    <a:pt x="7324217" y="170180"/>
                  </a:cubicBezTo>
                  <a:cubicBezTo>
                    <a:pt x="7328789" y="181102"/>
                    <a:pt x="7330948" y="192405"/>
                    <a:pt x="7330948" y="204216"/>
                  </a:cubicBezTo>
                  <a:lnTo>
                    <a:pt x="7330948" y="2998216"/>
                  </a:lnTo>
                  <a:cubicBezTo>
                    <a:pt x="7330948" y="3010027"/>
                    <a:pt x="7328662" y="3021330"/>
                    <a:pt x="7324217" y="3032252"/>
                  </a:cubicBezTo>
                  <a:cubicBezTo>
                    <a:pt x="7319772" y="3043174"/>
                    <a:pt x="7313295" y="3052699"/>
                    <a:pt x="7304913" y="3061081"/>
                  </a:cubicBezTo>
                  <a:cubicBezTo>
                    <a:pt x="7296531" y="3069463"/>
                    <a:pt x="7287006" y="3075813"/>
                    <a:pt x="7276084" y="3080385"/>
                  </a:cubicBezTo>
                  <a:cubicBezTo>
                    <a:pt x="7265162" y="3084957"/>
                    <a:pt x="7253859" y="3087116"/>
                    <a:pt x="7242048" y="3087116"/>
                  </a:cubicBezTo>
                  <a:lnTo>
                    <a:pt x="333248" y="3087116"/>
                  </a:lnTo>
                  <a:cubicBezTo>
                    <a:pt x="321437" y="3087116"/>
                    <a:pt x="310134" y="3084830"/>
                    <a:pt x="299212" y="3080385"/>
                  </a:cubicBezTo>
                  <a:cubicBezTo>
                    <a:pt x="288290" y="3075940"/>
                    <a:pt x="278765" y="3069463"/>
                    <a:pt x="270383" y="3061081"/>
                  </a:cubicBezTo>
                  <a:cubicBezTo>
                    <a:pt x="262001" y="3052699"/>
                    <a:pt x="255651" y="3043174"/>
                    <a:pt x="251079" y="3032252"/>
                  </a:cubicBezTo>
                  <a:cubicBezTo>
                    <a:pt x="246507" y="3021330"/>
                    <a:pt x="244348" y="3010027"/>
                    <a:pt x="244348" y="2998216"/>
                  </a:cubicBezTo>
                  <a:lnTo>
                    <a:pt x="244348" y="204216"/>
                  </a:lnTo>
                  <a:cubicBezTo>
                    <a:pt x="244348" y="192405"/>
                    <a:pt x="246634" y="181102"/>
                    <a:pt x="251079" y="170180"/>
                  </a:cubicBezTo>
                  <a:cubicBezTo>
                    <a:pt x="255524" y="159258"/>
                    <a:pt x="262001" y="149733"/>
                    <a:pt x="270383" y="141351"/>
                  </a:cubicBezTo>
                  <a:cubicBezTo>
                    <a:pt x="278765" y="132969"/>
                    <a:pt x="288290" y="126619"/>
                    <a:pt x="299212" y="122047"/>
                  </a:cubicBezTo>
                  <a:cubicBezTo>
                    <a:pt x="310134" y="117475"/>
                    <a:pt x="321437" y="115316"/>
                    <a:pt x="333248" y="115316"/>
                  </a:cubicBezTo>
                  <a:close/>
                  <a:moveTo>
                    <a:pt x="0" y="0"/>
                  </a:moveTo>
                  <a:lnTo>
                    <a:pt x="0" y="3458464"/>
                  </a:lnTo>
                  <a:lnTo>
                    <a:pt x="7575296" y="3458464"/>
                  </a:lnTo>
                  <a:lnTo>
                    <a:pt x="7575296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43" id="43"/>
          <p:cNvGrpSpPr>
            <a:grpSpLocks noChangeAspect="true"/>
          </p:cNvGrpSpPr>
          <p:nvPr/>
        </p:nvGrpSpPr>
        <p:grpSpPr>
          <a:xfrm rot="0">
            <a:off x="9016741" y="6428075"/>
            <a:ext cx="8712703" cy="4081267"/>
            <a:chOff x="0" y="0"/>
            <a:chExt cx="5808472" cy="272084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63500" y="63500"/>
              <a:ext cx="5681472" cy="2593848"/>
            </a:xfrm>
            <a:custGeom>
              <a:avLst/>
              <a:gdLst/>
              <a:ahLst/>
              <a:cxnLst/>
              <a:rect r="r" b="b" t="t" l="l"/>
              <a:pathLst>
                <a:path h="2593848" w="5681472">
                  <a:moveTo>
                    <a:pt x="0" y="0"/>
                  </a:moveTo>
                  <a:lnTo>
                    <a:pt x="5681472" y="0"/>
                  </a:lnTo>
                  <a:lnTo>
                    <a:pt x="5681472" y="2593848"/>
                  </a:lnTo>
                  <a:lnTo>
                    <a:pt x="0" y="25938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246761" y="149987"/>
              <a:ext cx="5314950" cy="2228850"/>
            </a:xfrm>
            <a:custGeom>
              <a:avLst/>
              <a:gdLst/>
              <a:ahLst/>
              <a:cxnLst/>
              <a:rect r="r" b="b" t="t" l="l"/>
              <a:pathLst>
                <a:path h="2228850" w="5314950">
                  <a:moveTo>
                    <a:pt x="0" y="2162175"/>
                  </a:moveTo>
                  <a:lnTo>
                    <a:pt x="0" y="66675"/>
                  </a:ln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lnTo>
                    <a:pt x="5248275" y="0"/>
                  </a:lnTo>
                  <a:cubicBezTo>
                    <a:pt x="5252593" y="0"/>
                    <a:pt x="5257038" y="381"/>
                    <a:pt x="5261229" y="1270"/>
                  </a:cubicBezTo>
                  <a:cubicBezTo>
                    <a:pt x="5265420" y="2159"/>
                    <a:pt x="5269738" y="3429"/>
                    <a:pt x="5273675" y="5080"/>
                  </a:cubicBezTo>
                  <a:cubicBezTo>
                    <a:pt x="5277612" y="6731"/>
                    <a:pt x="5281549" y="8763"/>
                    <a:pt x="5285232" y="11303"/>
                  </a:cubicBezTo>
                  <a:cubicBezTo>
                    <a:pt x="5288915" y="13843"/>
                    <a:pt x="5292217" y="16510"/>
                    <a:pt x="5295392" y="19558"/>
                  </a:cubicBezTo>
                  <a:cubicBezTo>
                    <a:pt x="5298567" y="22606"/>
                    <a:pt x="5301234" y="26035"/>
                    <a:pt x="5303647" y="29718"/>
                  </a:cubicBezTo>
                  <a:cubicBezTo>
                    <a:pt x="5306060" y="33401"/>
                    <a:pt x="5308092" y="37211"/>
                    <a:pt x="5309870" y="41275"/>
                  </a:cubicBezTo>
                  <a:cubicBezTo>
                    <a:pt x="5311647" y="45339"/>
                    <a:pt x="5312791" y="49530"/>
                    <a:pt x="5313679" y="53721"/>
                  </a:cubicBezTo>
                  <a:cubicBezTo>
                    <a:pt x="5314568" y="57912"/>
                    <a:pt x="5314950" y="62357"/>
                    <a:pt x="5314950" y="66675"/>
                  </a:cubicBezTo>
                  <a:lnTo>
                    <a:pt x="5314950" y="2162175"/>
                  </a:lnTo>
                  <a:cubicBezTo>
                    <a:pt x="5314950" y="2166493"/>
                    <a:pt x="5314569" y="2170938"/>
                    <a:pt x="5313679" y="2175129"/>
                  </a:cubicBezTo>
                  <a:cubicBezTo>
                    <a:pt x="5312790" y="2179320"/>
                    <a:pt x="5311520" y="2183638"/>
                    <a:pt x="5309870" y="2187575"/>
                  </a:cubicBezTo>
                  <a:cubicBezTo>
                    <a:pt x="5308219" y="2191512"/>
                    <a:pt x="5306186" y="2195449"/>
                    <a:pt x="5303647" y="2199132"/>
                  </a:cubicBezTo>
                  <a:cubicBezTo>
                    <a:pt x="5301107" y="2202815"/>
                    <a:pt x="5298440" y="2206117"/>
                    <a:pt x="5295392" y="2209292"/>
                  </a:cubicBezTo>
                  <a:cubicBezTo>
                    <a:pt x="5292344" y="2212467"/>
                    <a:pt x="5288915" y="2215134"/>
                    <a:pt x="5285232" y="2217547"/>
                  </a:cubicBezTo>
                  <a:cubicBezTo>
                    <a:pt x="5281549" y="2219960"/>
                    <a:pt x="5277739" y="2221992"/>
                    <a:pt x="5273675" y="2223770"/>
                  </a:cubicBezTo>
                  <a:cubicBezTo>
                    <a:pt x="5269611" y="2225548"/>
                    <a:pt x="5265420" y="2226691"/>
                    <a:pt x="5261229" y="2227580"/>
                  </a:cubicBezTo>
                  <a:cubicBezTo>
                    <a:pt x="5257038" y="2228469"/>
                    <a:pt x="5252593" y="2228850"/>
                    <a:pt x="5248275" y="2228850"/>
                  </a:cubicBezTo>
                  <a:lnTo>
                    <a:pt x="66675" y="2228850"/>
                  </a:lnTo>
                  <a:cubicBezTo>
                    <a:pt x="62357" y="2228850"/>
                    <a:pt x="57912" y="2228469"/>
                    <a:pt x="53721" y="2227580"/>
                  </a:cubicBezTo>
                  <a:cubicBezTo>
                    <a:pt x="49530" y="2226691"/>
                    <a:pt x="45212" y="2225421"/>
                    <a:pt x="41275" y="2223770"/>
                  </a:cubicBezTo>
                  <a:cubicBezTo>
                    <a:pt x="37338" y="2222119"/>
                    <a:pt x="33401" y="2220087"/>
                    <a:pt x="29718" y="2217547"/>
                  </a:cubicBezTo>
                  <a:cubicBezTo>
                    <a:pt x="26035" y="2215007"/>
                    <a:pt x="22733" y="2212340"/>
                    <a:pt x="19558" y="2209292"/>
                  </a:cubicBezTo>
                  <a:cubicBezTo>
                    <a:pt x="16383" y="2206244"/>
                    <a:pt x="13716" y="2202815"/>
                    <a:pt x="11303" y="2199132"/>
                  </a:cubicBezTo>
                  <a:cubicBezTo>
                    <a:pt x="8890" y="2195449"/>
                    <a:pt x="6858" y="2191639"/>
                    <a:pt x="5080" y="2187575"/>
                  </a:cubicBezTo>
                  <a:cubicBezTo>
                    <a:pt x="3302" y="2183511"/>
                    <a:pt x="2159" y="2179320"/>
                    <a:pt x="1270" y="2175129"/>
                  </a:cubicBezTo>
                  <a:cubicBezTo>
                    <a:pt x="381" y="2170938"/>
                    <a:pt x="0" y="2166493"/>
                    <a:pt x="0" y="216217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237236" y="140335"/>
              <a:ext cx="5334254" cy="2248154"/>
            </a:xfrm>
            <a:custGeom>
              <a:avLst/>
              <a:gdLst/>
              <a:ahLst/>
              <a:cxnLst/>
              <a:rect r="r" b="b" t="t" l="l"/>
              <a:pathLst>
                <a:path h="2248154" w="5334254">
                  <a:moveTo>
                    <a:pt x="0" y="2171827"/>
                  </a:moveTo>
                  <a:lnTo>
                    <a:pt x="0" y="76327"/>
                  </a:lnTo>
                  <a:lnTo>
                    <a:pt x="9525" y="76327"/>
                  </a:lnTo>
                  <a:lnTo>
                    <a:pt x="0" y="76327"/>
                  </a:lnTo>
                  <a:cubicBezTo>
                    <a:pt x="0" y="71374"/>
                    <a:pt x="508" y="66421"/>
                    <a:pt x="1524" y="61468"/>
                  </a:cubicBezTo>
                  <a:lnTo>
                    <a:pt x="1524" y="61468"/>
                  </a:lnTo>
                  <a:lnTo>
                    <a:pt x="1524" y="61468"/>
                  </a:lnTo>
                  <a:cubicBezTo>
                    <a:pt x="2540" y="56515"/>
                    <a:pt x="3937" y="51816"/>
                    <a:pt x="5842" y="47117"/>
                  </a:cubicBezTo>
                  <a:lnTo>
                    <a:pt x="14605" y="50800"/>
                  </a:lnTo>
                  <a:lnTo>
                    <a:pt x="5842" y="47117"/>
                  </a:lnTo>
                  <a:cubicBezTo>
                    <a:pt x="7747" y="42545"/>
                    <a:pt x="10160" y="38100"/>
                    <a:pt x="12827" y="33909"/>
                  </a:cubicBezTo>
                  <a:lnTo>
                    <a:pt x="12827" y="33909"/>
                  </a:lnTo>
                  <a:lnTo>
                    <a:pt x="12827" y="33909"/>
                  </a:lnTo>
                  <a:cubicBezTo>
                    <a:pt x="15621" y="29718"/>
                    <a:pt x="18796" y="25908"/>
                    <a:pt x="22352" y="22352"/>
                  </a:cubicBezTo>
                  <a:lnTo>
                    <a:pt x="22352" y="22352"/>
                  </a:lnTo>
                  <a:lnTo>
                    <a:pt x="22352" y="22352"/>
                  </a:lnTo>
                  <a:cubicBezTo>
                    <a:pt x="25908" y="18796"/>
                    <a:pt x="29718" y="15621"/>
                    <a:pt x="33909" y="12827"/>
                  </a:cubicBezTo>
                  <a:lnTo>
                    <a:pt x="39243" y="20701"/>
                  </a:lnTo>
                  <a:lnTo>
                    <a:pt x="33909" y="12827"/>
                  </a:lnTo>
                  <a:cubicBezTo>
                    <a:pt x="38100" y="10033"/>
                    <a:pt x="42418" y="7747"/>
                    <a:pt x="47117" y="5842"/>
                  </a:cubicBezTo>
                  <a:lnTo>
                    <a:pt x="50800" y="14605"/>
                  </a:lnTo>
                  <a:lnTo>
                    <a:pt x="47117" y="5842"/>
                  </a:lnTo>
                  <a:cubicBezTo>
                    <a:pt x="51689" y="3937"/>
                    <a:pt x="56515" y="2540"/>
                    <a:pt x="61468" y="1524"/>
                  </a:cubicBezTo>
                  <a:lnTo>
                    <a:pt x="63373" y="10922"/>
                  </a:lnTo>
                  <a:lnTo>
                    <a:pt x="61468" y="1524"/>
                  </a:lnTo>
                  <a:cubicBezTo>
                    <a:pt x="66421" y="508"/>
                    <a:pt x="71374" y="0"/>
                    <a:pt x="76327" y="0"/>
                  </a:cubicBezTo>
                  <a:lnTo>
                    <a:pt x="76327" y="9525"/>
                  </a:lnTo>
                  <a:lnTo>
                    <a:pt x="76327" y="0"/>
                  </a:lnTo>
                  <a:lnTo>
                    <a:pt x="5257927" y="0"/>
                  </a:lnTo>
                  <a:lnTo>
                    <a:pt x="5257927" y="9525"/>
                  </a:lnTo>
                  <a:lnTo>
                    <a:pt x="5257927" y="0"/>
                  </a:lnTo>
                  <a:cubicBezTo>
                    <a:pt x="5262880" y="0"/>
                    <a:pt x="5267833" y="508"/>
                    <a:pt x="5272786" y="1524"/>
                  </a:cubicBezTo>
                  <a:lnTo>
                    <a:pt x="5270881" y="10922"/>
                  </a:lnTo>
                  <a:lnTo>
                    <a:pt x="5272786" y="1524"/>
                  </a:lnTo>
                  <a:cubicBezTo>
                    <a:pt x="5277739" y="2540"/>
                    <a:pt x="5282438" y="3937"/>
                    <a:pt x="5287137" y="5842"/>
                  </a:cubicBezTo>
                  <a:lnTo>
                    <a:pt x="5283454" y="14605"/>
                  </a:lnTo>
                  <a:lnTo>
                    <a:pt x="5287137" y="5842"/>
                  </a:lnTo>
                  <a:cubicBezTo>
                    <a:pt x="5291709" y="7747"/>
                    <a:pt x="5296154" y="10160"/>
                    <a:pt x="5300345" y="12827"/>
                  </a:cubicBezTo>
                  <a:lnTo>
                    <a:pt x="5295011" y="20701"/>
                  </a:lnTo>
                  <a:lnTo>
                    <a:pt x="5300345" y="12827"/>
                  </a:lnTo>
                  <a:cubicBezTo>
                    <a:pt x="5304536" y="15621"/>
                    <a:pt x="5308346" y="18796"/>
                    <a:pt x="5311902" y="22352"/>
                  </a:cubicBezTo>
                  <a:lnTo>
                    <a:pt x="5305171" y="29083"/>
                  </a:lnTo>
                  <a:lnTo>
                    <a:pt x="5311902" y="22352"/>
                  </a:lnTo>
                  <a:cubicBezTo>
                    <a:pt x="5315458" y="25908"/>
                    <a:pt x="5318633" y="29718"/>
                    <a:pt x="5321427" y="33909"/>
                  </a:cubicBezTo>
                  <a:lnTo>
                    <a:pt x="5313553" y="39243"/>
                  </a:lnTo>
                  <a:lnTo>
                    <a:pt x="5321427" y="33909"/>
                  </a:lnTo>
                  <a:cubicBezTo>
                    <a:pt x="5324221" y="38100"/>
                    <a:pt x="5326507" y="42418"/>
                    <a:pt x="5328412" y="47117"/>
                  </a:cubicBezTo>
                  <a:lnTo>
                    <a:pt x="5319649" y="50800"/>
                  </a:lnTo>
                  <a:lnTo>
                    <a:pt x="5328412" y="47117"/>
                  </a:lnTo>
                  <a:cubicBezTo>
                    <a:pt x="5330317" y="51689"/>
                    <a:pt x="5331714" y="56515"/>
                    <a:pt x="5332730" y="61468"/>
                  </a:cubicBezTo>
                  <a:lnTo>
                    <a:pt x="5332730" y="61468"/>
                  </a:lnTo>
                  <a:lnTo>
                    <a:pt x="5332730" y="61468"/>
                  </a:lnTo>
                  <a:cubicBezTo>
                    <a:pt x="5333746" y="66421"/>
                    <a:pt x="5334254" y="71374"/>
                    <a:pt x="5334254" y="76327"/>
                  </a:cubicBezTo>
                  <a:lnTo>
                    <a:pt x="5324729" y="76327"/>
                  </a:lnTo>
                  <a:lnTo>
                    <a:pt x="5334254" y="76327"/>
                  </a:lnTo>
                  <a:lnTo>
                    <a:pt x="5334254" y="2171827"/>
                  </a:lnTo>
                  <a:lnTo>
                    <a:pt x="5324729" y="2171827"/>
                  </a:lnTo>
                  <a:lnTo>
                    <a:pt x="5334254" y="2171827"/>
                  </a:lnTo>
                  <a:cubicBezTo>
                    <a:pt x="5334254" y="2176780"/>
                    <a:pt x="5333746" y="2181733"/>
                    <a:pt x="5332730" y="2186686"/>
                  </a:cubicBezTo>
                  <a:lnTo>
                    <a:pt x="5332730" y="2186686"/>
                  </a:lnTo>
                  <a:lnTo>
                    <a:pt x="5332730" y="2186686"/>
                  </a:lnTo>
                  <a:cubicBezTo>
                    <a:pt x="5331714" y="2191639"/>
                    <a:pt x="5330317" y="2196338"/>
                    <a:pt x="5328412" y="2201037"/>
                  </a:cubicBezTo>
                  <a:lnTo>
                    <a:pt x="5328412" y="2201037"/>
                  </a:lnTo>
                  <a:lnTo>
                    <a:pt x="5328412" y="2201037"/>
                  </a:lnTo>
                  <a:cubicBezTo>
                    <a:pt x="5326507" y="2205609"/>
                    <a:pt x="5324094" y="2210054"/>
                    <a:pt x="5321427" y="2214245"/>
                  </a:cubicBezTo>
                  <a:lnTo>
                    <a:pt x="5313553" y="2208911"/>
                  </a:lnTo>
                  <a:lnTo>
                    <a:pt x="5321427" y="2214245"/>
                  </a:lnTo>
                  <a:cubicBezTo>
                    <a:pt x="5318633" y="2218436"/>
                    <a:pt x="5315458" y="2222246"/>
                    <a:pt x="5311902" y="2225802"/>
                  </a:cubicBezTo>
                  <a:lnTo>
                    <a:pt x="5311902" y="2225802"/>
                  </a:lnTo>
                  <a:lnTo>
                    <a:pt x="5311902" y="2225802"/>
                  </a:lnTo>
                  <a:cubicBezTo>
                    <a:pt x="5308346" y="2229358"/>
                    <a:pt x="5304537" y="2232533"/>
                    <a:pt x="5300345" y="2235327"/>
                  </a:cubicBezTo>
                  <a:lnTo>
                    <a:pt x="5295011" y="2227453"/>
                  </a:lnTo>
                  <a:lnTo>
                    <a:pt x="5300345" y="2235327"/>
                  </a:lnTo>
                  <a:cubicBezTo>
                    <a:pt x="5296155" y="2238121"/>
                    <a:pt x="5291836" y="2240407"/>
                    <a:pt x="5287137" y="2242312"/>
                  </a:cubicBezTo>
                  <a:lnTo>
                    <a:pt x="5283454" y="2233549"/>
                  </a:lnTo>
                  <a:lnTo>
                    <a:pt x="5287137" y="2242312"/>
                  </a:lnTo>
                  <a:cubicBezTo>
                    <a:pt x="5282565" y="2244217"/>
                    <a:pt x="5277739" y="2245614"/>
                    <a:pt x="5272786" y="2246630"/>
                  </a:cubicBezTo>
                  <a:lnTo>
                    <a:pt x="5270881" y="2237232"/>
                  </a:lnTo>
                  <a:lnTo>
                    <a:pt x="5272786" y="2246630"/>
                  </a:lnTo>
                  <a:cubicBezTo>
                    <a:pt x="5267833" y="2247646"/>
                    <a:pt x="5262880" y="2248154"/>
                    <a:pt x="5257927" y="2248154"/>
                  </a:cubicBezTo>
                  <a:lnTo>
                    <a:pt x="5257927" y="2248154"/>
                  </a:lnTo>
                  <a:lnTo>
                    <a:pt x="5257927" y="2248154"/>
                  </a:lnTo>
                  <a:lnTo>
                    <a:pt x="76327" y="2248154"/>
                  </a:lnTo>
                  <a:lnTo>
                    <a:pt x="76327" y="2248154"/>
                  </a:lnTo>
                  <a:lnTo>
                    <a:pt x="76327" y="2248154"/>
                  </a:lnTo>
                  <a:cubicBezTo>
                    <a:pt x="71374" y="2248154"/>
                    <a:pt x="66421" y="2247646"/>
                    <a:pt x="61468" y="2246630"/>
                  </a:cubicBezTo>
                  <a:lnTo>
                    <a:pt x="63373" y="2237232"/>
                  </a:lnTo>
                  <a:lnTo>
                    <a:pt x="61468" y="2246630"/>
                  </a:lnTo>
                  <a:cubicBezTo>
                    <a:pt x="56515" y="2245614"/>
                    <a:pt x="51816" y="2244217"/>
                    <a:pt x="47117" y="2242312"/>
                  </a:cubicBezTo>
                  <a:lnTo>
                    <a:pt x="50800" y="2233549"/>
                  </a:lnTo>
                  <a:lnTo>
                    <a:pt x="47117" y="2242312"/>
                  </a:lnTo>
                  <a:cubicBezTo>
                    <a:pt x="42545" y="2240407"/>
                    <a:pt x="38100" y="2237994"/>
                    <a:pt x="33909" y="2235327"/>
                  </a:cubicBezTo>
                  <a:lnTo>
                    <a:pt x="39243" y="2227453"/>
                  </a:lnTo>
                  <a:lnTo>
                    <a:pt x="33909" y="2235327"/>
                  </a:lnTo>
                  <a:cubicBezTo>
                    <a:pt x="29718" y="2232533"/>
                    <a:pt x="25908" y="2229358"/>
                    <a:pt x="22352" y="2225802"/>
                  </a:cubicBezTo>
                  <a:lnTo>
                    <a:pt x="22352" y="2225802"/>
                  </a:lnTo>
                  <a:lnTo>
                    <a:pt x="22352" y="2225802"/>
                  </a:lnTo>
                  <a:cubicBezTo>
                    <a:pt x="18796" y="2222246"/>
                    <a:pt x="15621" y="2218436"/>
                    <a:pt x="12827" y="2214245"/>
                  </a:cubicBezTo>
                  <a:lnTo>
                    <a:pt x="12827" y="2214245"/>
                  </a:lnTo>
                  <a:lnTo>
                    <a:pt x="12827" y="2214245"/>
                  </a:lnTo>
                  <a:cubicBezTo>
                    <a:pt x="10033" y="2210054"/>
                    <a:pt x="7747" y="2205736"/>
                    <a:pt x="5842" y="2201037"/>
                  </a:cubicBezTo>
                  <a:lnTo>
                    <a:pt x="14605" y="2197354"/>
                  </a:lnTo>
                  <a:lnTo>
                    <a:pt x="5842" y="2201037"/>
                  </a:lnTo>
                  <a:cubicBezTo>
                    <a:pt x="3937" y="2196465"/>
                    <a:pt x="2540" y="2191639"/>
                    <a:pt x="1524" y="2186686"/>
                  </a:cubicBezTo>
                  <a:lnTo>
                    <a:pt x="1524" y="2186686"/>
                  </a:lnTo>
                  <a:lnTo>
                    <a:pt x="1524" y="2186686"/>
                  </a:lnTo>
                  <a:cubicBezTo>
                    <a:pt x="508" y="2181733"/>
                    <a:pt x="0" y="2176780"/>
                    <a:pt x="0" y="2171827"/>
                  </a:cubicBezTo>
                  <a:lnTo>
                    <a:pt x="9525" y="2171827"/>
                  </a:lnTo>
                  <a:lnTo>
                    <a:pt x="0" y="2171827"/>
                  </a:lnTo>
                  <a:moveTo>
                    <a:pt x="19050" y="2171827"/>
                  </a:moveTo>
                  <a:cubicBezTo>
                    <a:pt x="19050" y="2175637"/>
                    <a:pt x="19431" y="2179320"/>
                    <a:pt x="20193" y="2183003"/>
                  </a:cubicBezTo>
                  <a:lnTo>
                    <a:pt x="10795" y="2184908"/>
                  </a:lnTo>
                  <a:lnTo>
                    <a:pt x="20193" y="2183003"/>
                  </a:lnTo>
                  <a:cubicBezTo>
                    <a:pt x="20955" y="2186686"/>
                    <a:pt x="21971" y="2190242"/>
                    <a:pt x="23495" y="2193671"/>
                  </a:cubicBezTo>
                  <a:lnTo>
                    <a:pt x="23495" y="2193671"/>
                  </a:lnTo>
                  <a:lnTo>
                    <a:pt x="23495" y="2193671"/>
                  </a:lnTo>
                  <a:cubicBezTo>
                    <a:pt x="24892" y="2197100"/>
                    <a:pt x="26670" y="2200402"/>
                    <a:pt x="28829" y="2203577"/>
                  </a:cubicBezTo>
                  <a:lnTo>
                    <a:pt x="20955" y="2208911"/>
                  </a:lnTo>
                  <a:lnTo>
                    <a:pt x="28829" y="2203577"/>
                  </a:lnTo>
                  <a:cubicBezTo>
                    <a:pt x="30861" y="2206752"/>
                    <a:pt x="33274" y="2209546"/>
                    <a:pt x="35941" y="2212213"/>
                  </a:cubicBezTo>
                  <a:lnTo>
                    <a:pt x="29210" y="2218944"/>
                  </a:lnTo>
                  <a:lnTo>
                    <a:pt x="35941" y="2212213"/>
                  </a:lnTo>
                  <a:cubicBezTo>
                    <a:pt x="38608" y="2214880"/>
                    <a:pt x="41529" y="2217293"/>
                    <a:pt x="44577" y="2219325"/>
                  </a:cubicBezTo>
                  <a:cubicBezTo>
                    <a:pt x="47625" y="2221357"/>
                    <a:pt x="50927" y="2223135"/>
                    <a:pt x="54483" y="2224659"/>
                  </a:cubicBezTo>
                  <a:cubicBezTo>
                    <a:pt x="58039" y="2226183"/>
                    <a:pt x="61468" y="2227199"/>
                    <a:pt x="65151" y="2227961"/>
                  </a:cubicBezTo>
                  <a:lnTo>
                    <a:pt x="65151" y="2227961"/>
                  </a:lnTo>
                  <a:lnTo>
                    <a:pt x="65151" y="2227961"/>
                  </a:lnTo>
                  <a:cubicBezTo>
                    <a:pt x="68834" y="2228723"/>
                    <a:pt x="72517" y="2229104"/>
                    <a:pt x="76327" y="2229104"/>
                  </a:cubicBezTo>
                  <a:lnTo>
                    <a:pt x="76327" y="2238629"/>
                  </a:lnTo>
                  <a:lnTo>
                    <a:pt x="76327" y="2229104"/>
                  </a:lnTo>
                  <a:lnTo>
                    <a:pt x="5257927" y="2229104"/>
                  </a:lnTo>
                  <a:lnTo>
                    <a:pt x="5257927" y="2238629"/>
                  </a:lnTo>
                  <a:lnTo>
                    <a:pt x="5257927" y="2229104"/>
                  </a:lnTo>
                  <a:cubicBezTo>
                    <a:pt x="5261737" y="2229104"/>
                    <a:pt x="5265420" y="2228723"/>
                    <a:pt x="5269103" y="2227961"/>
                  </a:cubicBezTo>
                  <a:cubicBezTo>
                    <a:pt x="5272786" y="2227199"/>
                    <a:pt x="5276342" y="2226183"/>
                    <a:pt x="5279771" y="2224659"/>
                  </a:cubicBezTo>
                  <a:cubicBezTo>
                    <a:pt x="5283200" y="2223135"/>
                    <a:pt x="5286502" y="2221484"/>
                    <a:pt x="5289677" y="2219325"/>
                  </a:cubicBezTo>
                  <a:cubicBezTo>
                    <a:pt x="5292852" y="2217166"/>
                    <a:pt x="5295646" y="2214880"/>
                    <a:pt x="5298313" y="2212213"/>
                  </a:cubicBezTo>
                  <a:lnTo>
                    <a:pt x="5305044" y="2218944"/>
                  </a:lnTo>
                  <a:lnTo>
                    <a:pt x="5298313" y="2212213"/>
                  </a:lnTo>
                  <a:cubicBezTo>
                    <a:pt x="5300980" y="2209546"/>
                    <a:pt x="5303393" y="2206625"/>
                    <a:pt x="5305425" y="2203577"/>
                  </a:cubicBezTo>
                  <a:lnTo>
                    <a:pt x="5305425" y="2203577"/>
                  </a:lnTo>
                  <a:lnTo>
                    <a:pt x="5305425" y="2203577"/>
                  </a:lnTo>
                  <a:cubicBezTo>
                    <a:pt x="5307457" y="2200402"/>
                    <a:pt x="5309235" y="2197227"/>
                    <a:pt x="5310759" y="2193671"/>
                  </a:cubicBezTo>
                  <a:lnTo>
                    <a:pt x="5319522" y="2197354"/>
                  </a:lnTo>
                  <a:lnTo>
                    <a:pt x="5310759" y="2193671"/>
                  </a:lnTo>
                  <a:cubicBezTo>
                    <a:pt x="5312156" y="2190242"/>
                    <a:pt x="5313299" y="2186686"/>
                    <a:pt x="5314061" y="2183003"/>
                  </a:cubicBezTo>
                  <a:lnTo>
                    <a:pt x="5323459" y="2184908"/>
                  </a:lnTo>
                  <a:lnTo>
                    <a:pt x="5314061" y="2183003"/>
                  </a:lnTo>
                  <a:cubicBezTo>
                    <a:pt x="5314823" y="2179320"/>
                    <a:pt x="5315204" y="2175637"/>
                    <a:pt x="5315204" y="2171827"/>
                  </a:cubicBezTo>
                  <a:lnTo>
                    <a:pt x="5315204" y="76327"/>
                  </a:lnTo>
                  <a:cubicBezTo>
                    <a:pt x="5315204" y="72517"/>
                    <a:pt x="5314823" y="68834"/>
                    <a:pt x="5314061" y="65151"/>
                  </a:cubicBezTo>
                  <a:lnTo>
                    <a:pt x="5323459" y="63246"/>
                  </a:lnTo>
                  <a:lnTo>
                    <a:pt x="5314061" y="65151"/>
                  </a:lnTo>
                  <a:cubicBezTo>
                    <a:pt x="5313299" y="61468"/>
                    <a:pt x="5312283" y="57912"/>
                    <a:pt x="5310759" y="54483"/>
                  </a:cubicBezTo>
                  <a:lnTo>
                    <a:pt x="5310759" y="54483"/>
                  </a:lnTo>
                  <a:lnTo>
                    <a:pt x="5310759" y="54483"/>
                  </a:lnTo>
                  <a:cubicBezTo>
                    <a:pt x="5309362" y="51054"/>
                    <a:pt x="5307584" y="47752"/>
                    <a:pt x="5305425" y="44577"/>
                  </a:cubicBezTo>
                  <a:lnTo>
                    <a:pt x="5305425" y="44577"/>
                  </a:lnTo>
                  <a:lnTo>
                    <a:pt x="5305425" y="44577"/>
                  </a:lnTo>
                  <a:cubicBezTo>
                    <a:pt x="5303393" y="41402"/>
                    <a:pt x="5300980" y="38608"/>
                    <a:pt x="5298313" y="35941"/>
                  </a:cubicBezTo>
                  <a:cubicBezTo>
                    <a:pt x="5295646" y="33274"/>
                    <a:pt x="5292725" y="30861"/>
                    <a:pt x="5289677" y="28829"/>
                  </a:cubicBezTo>
                  <a:cubicBezTo>
                    <a:pt x="5286629" y="26797"/>
                    <a:pt x="5283327" y="25019"/>
                    <a:pt x="5279771" y="23495"/>
                  </a:cubicBezTo>
                  <a:cubicBezTo>
                    <a:pt x="5276215" y="21971"/>
                    <a:pt x="5272786" y="20955"/>
                    <a:pt x="5269103" y="20193"/>
                  </a:cubicBezTo>
                  <a:cubicBezTo>
                    <a:pt x="5265420" y="19431"/>
                    <a:pt x="5261737" y="19050"/>
                    <a:pt x="5257927" y="19050"/>
                  </a:cubicBezTo>
                  <a:lnTo>
                    <a:pt x="76327" y="19050"/>
                  </a:lnTo>
                  <a:cubicBezTo>
                    <a:pt x="72517" y="19050"/>
                    <a:pt x="68834" y="19431"/>
                    <a:pt x="65151" y="20193"/>
                  </a:cubicBezTo>
                  <a:lnTo>
                    <a:pt x="65151" y="20193"/>
                  </a:lnTo>
                  <a:lnTo>
                    <a:pt x="65151" y="20193"/>
                  </a:lnTo>
                  <a:cubicBezTo>
                    <a:pt x="61468" y="20955"/>
                    <a:pt x="57912" y="21971"/>
                    <a:pt x="54483" y="23495"/>
                  </a:cubicBezTo>
                  <a:cubicBezTo>
                    <a:pt x="51054" y="25019"/>
                    <a:pt x="47752" y="26670"/>
                    <a:pt x="44577" y="28829"/>
                  </a:cubicBezTo>
                  <a:cubicBezTo>
                    <a:pt x="41402" y="30988"/>
                    <a:pt x="38608" y="33274"/>
                    <a:pt x="35941" y="35941"/>
                  </a:cubicBezTo>
                  <a:lnTo>
                    <a:pt x="29210" y="29210"/>
                  </a:lnTo>
                  <a:lnTo>
                    <a:pt x="35941" y="35941"/>
                  </a:lnTo>
                  <a:cubicBezTo>
                    <a:pt x="33274" y="38608"/>
                    <a:pt x="30861" y="41529"/>
                    <a:pt x="28829" y="44577"/>
                  </a:cubicBezTo>
                  <a:lnTo>
                    <a:pt x="20955" y="39243"/>
                  </a:lnTo>
                  <a:lnTo>
                    <a:pt x="28829" y="44577"/>
                  </a:lnTo>
                  <a:cubicBezTo>
                    <a:pt x="26797" y="47752"/>
                    <a:pt x="25019" y="51054"/>
                    <a:pt x="23495" y="54483"/>
                  </a:cubicBezTo>
                  <a:lnTo>
                    <a:pt x="23495" y="54483"/>
                  </a:lnTo>
                  <a:lnTo>
                    <a:pt x="23495" y="54483"/>
                  </a:lnTo>
                  <a:cubicBezTo>
                    <a:pt x="22098" y="57912"/>
                    <a:pt x="20955" y="61468"/>
                    <a:pt x="20193" y="65151"/>
                  </a:cubicBezTo>
                  <a:lnTo>
                    <a:pt x="10795" y="63246"/>
                  </a:lnTo>
                  <a:lnTo>
                    <a:pt x="20193" y="65151"/>
                  </a:lnTo>
                  <a:cubicBezTo>
                    <a:pt x="19431" y="68834"/>
                    <a:pt x="19050" y="72517"/>
                    <a:pt x="19050" y="76327"/>
                  </a:cubicBezTo>
                  <a:lnTo>
                    <a:pt x="19050" y="2171827"/>
                  </a:ln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484378" y="387858"/>
              <a:ext cx="457708" cy="457708"/>
            </a:xfrm>
            <a:custGeom>
              <a:avLst/>
              <a:gdLst/>
              <a:ahLst/>
              <a:cxnLst/>
              <a:rect r="r" b="b" t="t" l="l"/>
              <a:pathLst>
                <a:path h="457708" w="457708">
                  <a:moveTo>
                    <a:pt x="457708" y="228854"/>
                  </a:moveTo>
                  <a:cubicBezTo>
                    <a:pt x="457708" y="236347"/>
                    <a:pt x="457327" y="243840"/>
                    <a:pt x="456565" y="251206"/>
                  </a:cubicBezTo>
                  <a:cubicBezTo>
                    <a:pt x="455803" y="258572"/>
                    <a:pt x="454787" y="266065"/>
                    <a:pt x="453263" y="273431"/>
                  </a:cubicBezTo>
                  <a:cubicBezTo>
                    <a:pt x="451739" y="280797"/>
                    <a:pt x="449961" y="288036"/>
                    <a:pt x="447802" y="295148"/>
                  </a:cubicBezTo>
                  <a:cubicBezTo>
                    <a:pt x="445643" y="302260"/>
                    <a:pt x="443103" y="309372"/>
                    <a:pt x="440182" y="316230"/>
                  </a:cubicBezTo>
                  <a:cubicBezTo>
                    <a:pt x="437261" y="323088"/>
                    <a:pt x="434086" y="329946"/>
                    <a:pt x="430530" y="336550"/>
                  </a:cubicBezTo>
                  <a:cubicBezTo>
                    <a:pt x="426974" y="343154"/>
                    <a:pt x="423164" y="349504"/>
                    <a:pt x="418973" y="355854"/>
                  </a:cubicBezTo>
                  <a:cubicBezTo>
                    <a:pt x="414782" y="362204"/>
                    <a:pt x="410337" y="368046"/>
                    <a:pt x="405638" y="373888"/>
                  </a:cubicBezTo>
                  <a:cubicBezTo>
                    <a:pt x="400939" y="379730"/>
                    <a:pt x="395859" y="385191"/>
                    <a:pt x="390525" y="390525"/>
                  </a:cubicBezTo>
                  <a:cubicBezTo>
                    <a:pt x="385191" y="395859"/>
                    <a:pt x="379730" y="400812"/>
                    <a:pt x="373888" y="405638"/>
                  </a:cubicBezTo>
                  <a:cubicBezTo>
                    <a:pt x="368046" y="410464"/>
                    <a:pt x="362077" y="414782"/>
                    <a:pt x="355854" y="418973"/>
                  </a:cubicBezTo>
                  <a:cubicBezTo>
                    <a:pt x="349631" y="423164"/>
                    <a:pt x="343154" y="426974"/>
                    <a:pt x="336550" y="430530"/>
                  </a:cubicBezTo>
                  <a:cubicBezTo>
                    <a:pt x="329946" y="434086"/>
                    <a:pt x="323215" y="437261"/>
                    <a:pt x="316230" y="440182"/>
                  </a:cubicBezTo>
                  <a:cubicBezTo>
                    <a:pt x="309245" y="443103"/>
                    <a:pt x="302260" y="445516"/>
                    <a:pt x="295148" y="447802"/>
                  </a:cubicBezTo>
                  <a:cubicBezTo>
                    <a:pt x="288036" y="450088"/>
                    <a:pt x="280670" y="451739"/>
                    <a:pt x="273431" y="453263"/>
                  </a:cubicBezTo>
                  <a:cubicBezTo>
                    <a:pt x="266192" y="454787"/>
                    <a:pt x="258699" y="455803"/>
                    <a:pt x="251206" y="456565"/>
                  </a:cubicBezTo>
                  <a:cubicBezTo>
                    <a:pt x="243713" y="457327"/>
                    <a:pt x="236347" y="457708"/>
                    <a:pt x="228854" y="457708"/>
                  </a:cubicBezTo>
                  <a:cubicBezTo>
                    <a:pt x="221361" y="457708"/>
                    <a:pt x="213868" y="457327"/>
                    <a:pt x="206502" y="456565"/>
                  </a:cubicBezTo>
                  <a:cubicBezTo>
                    <a:pt x="199136" y="455803"/>
                    <a:pt x="191643" y="454787"/>
                    <a:pt x="184277" y="453263"/>
                  </a:cubicBezTo>
                  <a:cubicBezTo>
                    <a:pt x="176911" y="451739"/>
                    <a:pt x="169672" y="449961"/>
                    <a:pt x="162560" y="447802"/>
                  </a:cubicBezTo>
                  <a:cubicBezTo>
                    <a:pt x="155448" y="445643"/>
                    <a:pt x="148336" y="443103"/>
                    <a:pt x="141478" y="440182"/>
                  </a:cubicBezTo>
                  <a:cubicBezTo>
                    <a:pt x="134620" y="437261"/>
                    <a:pt x="127762" y="434086"/>
                    <a:pt x="121158" y="430530"/>
                  </a:cubicBezTo>
                  <a:cubicBezTo>
                    <a:pt x="114554" y="426974"/>
                    <a:pt x="108204" y="423164"/>
                    <a:pt x="101854" y="418973"/>
                  </a:cubicBezTo>
                  <a:cubicBezTo>
                    <a:pt x="95504" y="414782"/>
                    <a:pt x="89662" y="410337"/>
                    <a:pt x="83820" y="405638"/>
                  </a:cubicBezTo>
                  <a:cubicBezTo>
                    <a:pt x="77978" y="400939"/>
                    <a:pt x="72517" y="395859"/>
                    <a:pt x="67183" y="390525"/>
                  </a:cubicBezTo>
                  <a:cubicBezTo>
                    <a:pt x="61849" y="385191"/>
                    <a:pt x="56896" y="379730"/>
                    <a:pt x="52070" y="373888"/>
                  </a:cubicBezTo>
                  <a:cubicBezTo>
                    <a:pt x="47244" y="368046"/>
                    <a:pt x="42926" y="362077"/>
                    <a:pt x="38735" y="355854"/>
                  </a:cubicBezTo>
                  <a:cubicBezTo>
                    <a:pt x="34544" y="349631"/>
                    <a:pt x="30734" y="343154"/>
                    <a:pt x="27178" y="336550"/>
                  </a:cubicBezTo>
                  <a:cubicBezTo>
                    <a:pt x="23622" y="329946"/>
                    <a:pt x="20447" y="323215"/>
                    <a:pt x="17526" y="316230"/>
                  </a:cubicBezTo>
                  <a:cubicBezTo>
                    <a:pt x="14605" y="309245"/>
                    <a:pt x="12192" y="302260"/>
                    <a:pt x="9906" y="295148"/>
                  </a:cubicBezTo>
                  <a:cubicBezTo>
                    <a:pt x="7620" y="288036"/>
                    <a:pt x="5969" y="280670"/>
                    <a:pt x="4445" y="273431"/>
                  </a:cubicBezTo>
                  <a:cubicBezTo>
                    <a:pt x="2921" y="266192"/>
                    <a:pt x="1905" y="258699"/>
                    <a:pt x="1143" y="251206"/>
                  </a:cubicBezTo>
                  <a:cubicBezTo>
                    <a:pt x="381" y="243713"/>
                    <a:pt x="0" y="236347"/>
                    <a:pt x="0" y="228854"/>
                  </a:cubicBezTo>
                  <a:cubicBezTo>
                    <a:pt x="0" y="221361"/>
                    <a:pt x="381" y="213868"/>
                    <a:pt x="1143" y="206502"/>
                  </a:cubicBezTo>
                  <a:cubicBezTo>
                    <a:pt x="1905" y="199136"/>
                    <a:pt x="2921" y="191643"/>
                    <a:pt x="4445" y="184277"/>
                  </a:cubicBezTo>
                  <a:cubicBezTo>
                    <a:pt x="5969" y="176911"/>
                    <a:pt x="7747" y="169672"/>
                    <a:pt x="9906" y="162560"/>
                  </a:cubicBezTo>
                  <a:cubicBezTo>
                    <a:pt x="12065" y="155448"/>
                    <a:pt x="14605" y="148336"/>
                    <a:pt x="17526" y="141478"/>
                  </a:cubicBezTo>
                  <a:cubicBezTo>
                    <a:pt x="20447" y="134620"/>
                    <a:pt x="23622" y="127762"/>
                    <a:pt x="27178" y="121158"/>
                  </a:cubicBezTo>
                  <a:cubicBezTo>
                    <a:pt x="30734" y="114554"/>
                    <a:pt x="34544" y="108204"/>
                    <a:pt x="38735" y="101854"/>
                  </a:cubicBezTo>
                  <a:cubicBezTo>
                    <a:pt x="42926" y="95504"/>
                    <a:pt x="47371" y="89662"/>
                    <a:pt x="52070" y="83820"/>
                  </a:cubicBezTo>
                  <a:cubicBezTo>
                    <a:pt x="56769" y="77978"/>
                    <a:pt x="61849" y="72517"/>
                    <a:pt x="67183" y="67183"/>
                  </a:cubicBezTo>
                  <a:cubicBezTo>
                    <a:pt x="72517" y="61849"/>
                    <a:pt x="77978" y="56896"/>
                    <a:pt x="83820" y="52070"/>
                  </a:cubicBezTo>
                  <a:cubicBezTo>
                    <a:pt x="89662" y="47244"/>
                    <a:pt x="95631" y="42926"/>
                    <a:pt x="101854" y="38735"/>
                  </a:cubicBezTo>
                  <a:cubicBezTo>
                    <a:pt x="108077" y="34544"/>
                    <a:pt x="114554" y="30734"/>
                    <a:pt x="121158" y="27178"/>
                  </a:cubicBezTo>
                  <a:cubicBezTo>
                    <a:pt x="127762" y="23622"/>
                    <a:pt x="134493" y="20447"/>
                    <a:pt x="141478" y="17526"/>
                  </a:cubicBezTo>
                  <a:cubicBezTo>
                    <a:pt x="148463" y="14605"/>
                    <a:pt x="155448" y="12192"/>
                    <a:pt x="162560" y="9906"/>
                  </a:cubicBezTo>
                  <a:cubicBezTo>
                    <a:pt x="169672" y="7620"/>
                    <a:pt x="177038" y="5969"/>
                    <a:pt x="184277" y="4445"/>
                  </a:cubicBezTo>
                  <a:cubicBezTo>
                    <a:pt x="191516" y="2921"/>
                    <a:pt x="199009" y="1905"/>
                    <a:pt x="206502" y="1143"/>
                  </a:cubicBezTo>
                  <a:cubicBezTo>
                    <a:pt x="213995" y="381"/>
                    <a:pt x="221361" y="0"/>
                    <a:pt x="228854" y="0"/>
                  </a:cubicBezTo>
                  <a:cubicBezTo>
                    <a:pt x="236347" y="0"/>
                    <a:pt x="243840" y="381"/>
                    <a:pt x="251206" y="1143"/>
                  </a:cubicBezTo>
                  <a:cubicBezTo>
                    <a:pt x="258572" y="1905"/>
                    <a:pt x="266065" y="2921"/>
                    <a:pt x="273431" y="4445"/>
                  </a:cubicBezTo>
                  <a:cubicBezTo>
                    <a:pt x="280797" y="5969"/>
                    <a:pt x="288036" y="7747"/>
                    <a:pt x="295148" y="9906"/>
                  </a:cubicBezTo>
                  <a:cubicBezTo>
                    <a:pt x="302260" y="12065"/>
                    <a:pt x="309372" y="14605"/>
                    <a:pt x="316230" y="17526"/>
                  </a:cubicBezTo>
                  <a:cubicBezTo>
                    <a:pt x="323088" y="20447"/>
                    <a:pt x="329946" y="23622"/>
                    <a:pt x="336550" y="27178"/>
                  </a:cubicBezTo>
                  <a:cubicBezTo>
                    <a:pt x="343154" y="30734"/>
                    <a:pt x="349504" y="34544"/>
                    <a:pt x="355854" y="38735"/>
                  </a:cubicBezTo>
                  <a:cubicBezTo>
                    <a:pt x="362204" y="42926"/>
                    <a:pt x="368046" y="47371"/>
                    <a:pt x="373888" y="52070"/>
                  </a:cubicBezTo>
                  <a:cubicBezTo>
                    <a:pt x="379730" y="56769"/>
                    <a:pt x="385191" y="61849"/>
                    <a:pt x="390525" y="67183"/>
                  </a:cubicBezTo>
                  <a:cubicBezTo>
                    <a:pt x="395859" y="72517"/>
                    <a:pt x="400812" y="77978"/>
                    <a:pt x="405638" y="83820"/>
                  </a:cubicBezTo>
                  <a:cubicBezTo>
                    <a:pt x="410464" y="89662"/>
                    <a:pt x="414782" y="95631"/>
                    <a:pt x="418973" y="101854"/>
                  </a:cubicBezTo>
                  <a:cubicBezTo>
                    <a:pt x="423164" y="108077"/>
                    <a:pt x="426974" y="114554"/>
                    <a:pt x="430530" y="121158"/>
                  </a:cubicBezTo>
                  <a:cubicBezTo>
                    <a:pt x="434086" y="127762"/>
                    <a:pt x="437261" y="134493"/>
                    <a:pt x="440182" y="141478"/>
                  </a:cubicBezTo>
                  <a:cubicBezTo>
                    <a:pt x="443103" y="148463"/>
                    <a:pt x="445516" y="155448"/>
                    <a:pt x="447802" y="162560"/>
                  </a:cubicBezTo>
                  <a:cubicBezTo>
                    <a:pt x="450088" y="169672"/>
                    <a:pt x="451739" y="177038"/>
                    <a:pt x="453263" y="184277"/>
                  </a:cubicBezTo>
                  <a:cubicBezTo>
                    <a:pt x="454787" y="191516"/>
                    <a:pt x="455803" y="199009"/>
                    <a:pt x="456565" y="206502"/>
                  </a:cubicBezTo>
                  <a:cubicBezTo>
                    <a:pt x="457327" y="213995"/>
                    <a:pt x="457708" y="221361"/>
                    <a:pt x="457708" y="228854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5210923" y="1100938"/>
            <a:ext cx="8023260" cy="931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b="true" sz="5400">
                <a:solidFill>
                  <a:srgbClr val="1F2937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Previous Knowledge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485900" y="7124548"/>
            <a:ext cx="291465" cy="385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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908381" y="3295498"/>
            <a:ext cx="364331" cy="385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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9908381" y="7124548"/>
            <a:ext cx="364331" cy="385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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2200275" y="3319786"/>
            <a:ext cx="2844684" cy="465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700">
                <a:solidFill>
                  <a:srgbClr val="1F2937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Core Concepts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2200275" y="7148836"/>
            <a:ext cx="3800204" cy="465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700">
                <a:solidFill>
                  <a:srgbClr val="1F2937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Domain Knowledge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0658475" y="3319786"/>
            <a:ext cx="2991903" cy="465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700">
                <a:solidFill>
                  <a:srgbClr val="1F2937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Technical Skills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658475" y="7148836"/>
            <a:ext cx="4369075" cy="465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700">
                <a:solidFill>
                  <a:srgbClr val="1F2937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Academic Background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285875" y="5041897"/>
            <a:ext cx="4167035" cy="319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3B82F6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•</a:t>
            </a:r>
            <a:r>
              <a:rPr lang="en-US" sz="1800">
                <a:solidFill>
                  <a:srgbClr val="374151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Sentiment classiﬁcation concepts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285875" y="4127497"/>
            <a:ext cx="4460215" cy="319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3B82F6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•</a:t>
            </a:r>
            <a:r>
              <a:rPr lang="en-US" sz="1800">
                <a:solidFill>
                  <a:srgbClr val="374151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Basics of Machine Learning and NLP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285875" y="9328147"/>
            <a:ext cx="4881696" cy="319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3B82F6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•</a:t>
            </a:r>
            <a:r>
              <a:rPr lang="en-US" sz="1800">
                <a:solidFill>
                  <a:srgbClr val="374151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Ethical handling of user-generated data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285875" y="4584697"/>
            <a:ext cx="5209022" cy="319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3B82F6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•</a:t>
            </a:r>
            <a:r>
              <a:rPr lang="en-US" sz="1800">
                <a:solidFill>
                  <a:srgbClr val="374151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Data preprocessing and feature extraction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285875" y="8870947"/>
            <a:ext cx="5491501" cy="319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3B82F6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•</a:t>
            </a:r>
            <a:r>
              <a:rPr lang="en-US" sz="1800">
                <a:solidFill>
                  <a:srgbClr val="374151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Data collection through APIs (Twitter, Reddit)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285875" y="7956547"/>
            <a:ext cx="5581212" cy="319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3B82F6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•</a:t>
            </a:r>
            <a:r>
              <a:rPr lang="en-US" sz="1800">
                <a:solidFill>
                  <a:srgbClr val="374151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Understanding social media sentiment trends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285875" y="5499097"/>
            <a:ext cx="5663194" cy="319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3B82F6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•</a:t>
            </a:r>
            <a:r>
              <a:rPr lang="en-US" sz="1800">
                <a:solidFill>
                  <a:srgbClr val="374151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Model evaluation metrics (Accuracy, F1-score)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285875" y="8413747"/>
            <a:ext cx="6279699" cy="319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3B82F6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•</a:t>
            </a:r>
            <a:r>
              <a:rPr lang="en-US" sz="1800">
                <a:solidFill>
                  <a:srgbClr val="374151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Real-world use cases: marketing, feedback analysis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9744075" y="5041897"/>
            <a:ext cx="3370864" cy="319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3B82F6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•</a:t>
            </a:r>
            <a:r>
              <a:rPr lang="en-US" sz="1800">
                <a:solidFill>
                  <a:srgbClr val="374151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Model training using Colab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9744075" y="4584697"/>
            <a:ext cx="4870194" cy="319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3B82F6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•</a:t>
            </a:r>
            <a:r>
              <a:rPr lang="en-US" sz="1800">
                <a:solidFill>
                  <a:srgbClr val="374151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Data visualization (Matplotlib, Seaborn)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9744075" y="7956547"/>
            <a:ext cx="4990767" cy="319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3B82F6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•</a:t>
            </a:r>
            <a:r>
              <a:rPr lang="en-US" sz="1800">
                <a:solidFill>
                  <a:srgbClr val="374151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Coursework: AI, ML, and Data Structures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9744075" y="5499097"/>
            <a:ext cx="5000111" cy="319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3B82F6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•</a:t>
            </a:r>
            <a:r>
              <a:rPr lang="en-US" sz="1800">
                <a:solidFill>
                  <a:srgbClr val="374151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Handling text datasets and classiﬁcation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9744075" y="8413747"/>
            <a:ext cx="5476356" cy="319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3B82F6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•</a:t>
            </a:r>
            <a:r>
              <a:rPr lang="en-US" sz="1800">
                <a:solidFill>
                  <a:srgbClr val="374151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Mini projects on data analysis and prediction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9744075" y="8870947"/>
            <a:ext cx="6123608" cy="319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3B82F6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•</a:t>
            </a:r>
            <a:r>
              <a:rPr lang="en-US" sz="1800">
                <a:solidFill>
                  <a:srgbClr val="374151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Research exposure in sentiment-based ML models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9744075" y="9328147"/>
            <a:ext cx="6375568" cy="319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3B82F6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•</a:t>
            </a:r>
            <a:r>
              <a:rPr lang="en-US" sz="1800">
                <a:solidFill>
                  <a:srgbClr val="374151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Strong foundation in core computer science projects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9744075" y="4127497"/>
            <a:ext cx="6955998" cy="319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3B82F6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•</a:t>
            </a:r>
            <a:r>
              <a:rPr lang="en-US" sz="1800">
                <a:solidFill>
                  <a:srgbClr val="374151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Python programming (Pandas, NumPy, Scikit-learn, NLTK)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485900" y="3289297"/>
            <a:ext cx="364331" cy="385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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2752181" y="-65900"/>
            <a:ext cx="12783944" cy="11291385"/>
            <a:chOff x="0" y="0"/>
            <a:chExt cx="12319000" cy="10880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12192000" cy="10753725"/>
            </a:xfrm>
            <a:custGeom>
              <a:avLst/>
              <a:gdLst/>
              <a:ahLst/>
              <a:cxnLst/>
              <a:rect r="r" b="b" t="t" l="l"/>
              <a:pathLst>
                <a:path h="10753725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0753725"/>
                  </a:lnTo>
                  <a:lnTo>
                    <a:pt x="0" y="1075372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5702300" y="1206500"/>
              <a:ext cx="914400" cy="38100"/>
            </a:xfrm>
            <a:custGeom>
              <a:avLst/>
              <a:gdLst/>
              <a:ahLst/>
              <a:cxnLst/>
              <a:rect r="r" b="b" t="t" l="l"/>
              <a:pathLst>
                <a:path h="381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72592" y="5502021"/>
              <a:ext cx="457708" cy="457708"/>
            </a:xfrm>
            <a:custGeom>
              <a:avLst/>
              <a:gdLst/>
              <a:ahLst/>
              <a:cxnLst/>
              <a:rect r="r" b="b" t="t" l="l"/>
              <a:pathLst>
                <a:path h="457708" w="457708">
                  <a:moveTo>
                    <a:pt x="457708" y="228854"/>
                  </a:moveTo>
                  <a:cubicBezTo>
                    <a:pt x="457708" y="236347"/>
                    <a:pt x="457327" y="243840"/>
                    <a:pt x="456565" y="251206"/>
                  </a:cubicBezTo>
                  <a:cubicBezTo>
                    <a:pt x="455803" y="258572"/>
                    <a:pt x="454787" y="266065"/>
                    <a:pt x="453263" y="273431"/>
                  </a:cubicBezTo>
                  <a:cubicBezTo>
                    <a:pt x="451739" y="280797"/>
                    <a:pt x="449961" y="288036"/>
                    <a:pt x="447802" y="295148"/>
                  </a:cubicBezTo>
                  <a:cubicBezTo>
                    <a:pt x="445643" y="302260"/>
                    <a:pt x="443103" y="309372"/>
                    <a:pt x="440182" y="316230"/>
                  </a:cubicBezTo>
                  <a:cubicBezTo>
                    <a:pt x="437261" y="323088"/>
                    <a:pt x="434086" y="329946"/>
                    <a:pt x="430530" y="336550"/>
                  </a:cubicBezTo>
                  <a:cubicBezTo>
                    <a:pt x="426974" y="343154"/>
                    <a:pt x="423164" y="349504"/>
                    <a:pt x="418973" y="355854"/>
                  </a:cubicBezTo>
                  <a:cubicBezTo>
                    <a:pt x="414782" y="362204"/>
                    <a:pt x="410337" y="368046"/>
                    <a:pt x="405638" y="373888"/>
                  </a:cubicBezTo>
                  <a:cubicBezTo>
                    <a:pt x="400939" y="379730"/>
                    <a:pt x="395859" y="385191"/>
                    <a:pt x="390525" y="390525"/>
                  </a:cubicBezTo>
                  <a:cubicBezTo>
                    <a:pt x="385191" y="395859"/>
                    <a:pt x="379730" y="400812"/>
                    <a:pt x="373888" y="405638"/>
                  </a:cubicBezTo>
                  <a:cubicBezTo>
                    <a:pt x="368046" y="410464"/>
                    <a:pt x="362077" y="414782"/>
                    <a:pt x="355854" y="418973"/>
                  </a:cubicBezTo>
                  <a:cubicBezTo>
                    <a:pt x="349631" y="423164"/>
                    <a:pt x="343154" y="426974"/>
                    <a:pt x="336550" y="430530"/>
                  </a:cubicBezTo>
                  <a:cubicBezTo>
                    <a:pt x="329946" y="434086"/>
                    <a:pt x="323215" y="437261"/>
                    <a:pt x="316230" y="440182"/>
                  </a:cubicBezTo>
                  <a:cubicBezTo>
                    <a:pt x="309245" y="443103"/>
                    <a:pt x="302260" y="445516"/>
                    <a:pt x="295148" y="447802"/>
                  </a:cubicBezTo>
                  <a:cubicBezTo>
                    <a:pt x="288036" y="450088"/>
                    <a:pt x="280670" y="451739"/>
                    <a:pt x="273431" y="453263"/>
                  </a:cubicBezTo>
                  <a:cubicBezTo>
                    <a:pt x="266192" y="454787"/>
                    <a:pt x="258699" y="455803"/>
                    <a:pt x="251206" y="456565"/>
                  </a:cubicBezTo>
                  <a:cubicBezTo>
                    <a:pt x="243713" y="457327"/>
                    <a:pt x="236347" y="457708"/>
                    <a:pt x="228854" y="457708"/>
                  </a:cubicBezTo>
                  <a:cubicBezTo>
                    <a:pt x="221361" y="457708"/>
                    <a:pt x="213868" y="457327"/>
                    <a:pt x="206502" y="456565"/>
                  </a:cubicBezTo>
                  <a:cubicBezTo>
                    <a:pt x="199136" y="455803"/>
                    <a:pt x="191643" y="454787"/>
                    <a:pt x="184277" y="453263"/>
                  </a:cubicBezTo>
                  <a:cubicBezTo>
                    <a:pt x="176911" y="451739"/>
                    <a:pt x="169672" y="449961"/>
                    <a:pt x="162560" y="447802"/>
                  </a:cubicBezTo>
                  <a:cubicBezTo>
                    <a:pt x="155448" y="445643"/>
                    <a:pt x="148336" y="443103"/>
                    <a:pt x="141478" y="440182"/>
                  </a:cubicBezTo>
                  <a:cubicBezTo>
                    <a:pt x="134620" y="437261"/>
                    <a:pt x="127762" y="434086"/>
                    <a:pt x="121158" y="430530"/>
                  </a:cubicBezTo>
                  <a:cubicBezTo>
                    <a:pt x="114554" y="426974"/>
                    <a:pt x="108204" y="423164"/>
                    <a:pt x="101854" y="418973"/>
                  </a:cubicBezTo>
                  <a:cubicBezTo>
                    <a:pt x="95504" y="414782"/>
                    <a:pt x="89662" y="410337"/>
                    <a:pt x="83820" y="405638"/>
                  </a:cubicBezTo>
                  <a:cubicBezTo>
                    <a:pt x="77978" y="400939"/>
                    <a:pt x="72517" y="395859"/>
                    <a:pt x="67183" y="390525"/>
                  </a:cubicBezTo>
                  <a:cubicBezTo>
                    <a:pt x="61849" y="385191"/>
                    <a:pt x="56896" y="379730"/>
                    <a:pt x="52070" y="373888"/>
                  </a:cubicBezTo>
                  <a:cubicBezTo>
                    <a:pt x="47244" y="368046"/>
                    <a:pt x="42926" y="362077"/>
                    <a:pt x="38735" y="355854"/>
                  </a:cubicBezTo>
                  <a:cubicBezTo>
                    <a:pt x="34544" y="349631"/>
                    <a:pt x="30734" y="343154"/>
                    <a:pt x="27178" y="336550"/>
                  </a:cubicBezTo>
                  <a:cubicBezTo>
                    <a:pt x="23622" y="329946"/>
                    <a:pt x="20447" y="323215"/>
                    <a:pt x="17526" y="316230"/>
                  </a:cubicBezTo>
                  <a:cubicBezTo>
                    <a:pt x="14605" y="309245"/>
                    <a:pt x="12192" y="302260"/>
                    <a:pt x="9906" y="295148"/>
                  </a:cubicBezTo>
                  <a:cubicBezTo>
                    <a:pt x="7620" y="288036"/>
                    <a:pt x="5969" y="280670"/>
                    <a:pt x="4445" y="273431"/>
                  </a:cubicBezTo>
                  <a:cubicBezTo>
                    <a:pt x="2921" y="266192"/>
                    <a:pt x="1905" y="258699"/>
                    <a:pt x="1143" y="251206"/>
                  </a:cubicBezTo>
                  <a:cubicBezTo>
                    <a:pt x="381" y="243713"/>
                    <a:pt x="0" y="236347"/>
                    <a:pt x="0" y="228854"/>
                  </a:cubicBezTo>
                  <a:cubicBezTo>
                    <a:pt x="0" y="221361"/>
                    <a:pt x="381" y="213868"/>
                    <a:pt x="1143" y="206502"/>
                  </a:cubicBezTo>
                  <a:cubicBezTo>
                    <a:pt x="1905" y="199136"/>
                    <a:pt x="2921" y="191643"/>
                    <a:pt x="4445" y="184277"/>
                  </a:cubicBezTo>
                  <a:cubicBezTo>
                    <a:pt x="5969" y="176911"/>
                    <a:pt x="7747" y="169672"/>
                    <a:pt x="9906" y="162560"/>
                  </a:cubicBezTo>
                  <a:cubicBezTo>
                    <a:pt x="12065" y="155448"/>
                    <a:pt x="14605" y="148336"/>
                    <a:pt x="17526" y="141478"/>
                  </a:cubicBezTo>
                  <a:cubicBezTo>
                    <a:pt x="20447" y="134620"/>
                    <a:pt x="23622" y="127762"/>
                    <a:pt x="27178" y="121158"/>
                  </a:cubicBezTo>
                  <a:cubicBezTo>
                    <a:pt x="30734" y="114554"/>
                    <a:pt x="34544" y="108204"/>
                    <a:pt x="38735" y="101854"/>
                  </a:cubicBezTo>
                  <a:cubicBezTo>
                    <a:pt x="42926" y="95504"/>
                    <a:pt x="47371" y="89662"/>
                    <a:pt x="52070" y="83820"/>
                  </a:cubicBezTo>
                  <a:cubicBezTo>
                    <a:pt x="56769" y="77978"/>
                    <a:pt x="61849" y="72517"/>
                    <a:pt x="67183" y="67183"/>
                  </a:cubicBezTo>
                  <a:cubicBezTo>
                    <a:pt x="72517" y="61849"/>
                    <a:pt x="77978" y="56896"/>
                    <a:pt x="83820" y="52070"/>
                  </a:cubicBezTo>
                  <a:cubicBezTo>
                    <a:pt x="89662" y="47244"/>
                    <a:pt x="95631" y="42926"/>
                    <a:pt x="101854" y="38735"/>
                  </a:cubicBezTo>
                  <a:cubicBezTo>
                    <a:pt x="108077" y="34544"/>
                    <a:pt x="114554" y="30734"/>
                    <a:pt x="121158" y="27178"/>
                  </a:cubicBezTo>
                  <a:cubicBezTo>
                    <a:pt x="127762" y="23622"/>
                    <a:pt x="134493" y="20447"/>
                    <a:pt x="141478" y="17526"/>
                  </a:cubicBezTo>
                  <a:cubicBezTo>
                    <a:pt x="148463" y="14605"/>
                    <a:pt x="155448" y="12192"/>
                    <a:pt x="162560" y="9906"/>
                  </a:cubicBezTo>
                  <a:cubicBezTo>
                    <a:pt x="169672" y="7620"/>
                    <a:pt x="177038" y="5969"/>
                    <a:pt x="184277" y="4445"/>
                  </a:cubicBezTo>
                  <a:cubicBezTo>
                    <a:pt x="191516" y="2921"/>
                    <a:pt x="199009" y="1905"/>
                    <a:pt x="206502" y="1143"/>
                  </a:cubicBezTo>
                  <a:cubicBezTo>
                    <a:pt x="213995" y="381"/>
                    <a:pt x="221361" y="0"/>
                    <a:pt x="228854" y="0"/>
                  </a:cubicBezTo>
                  <a:cubicBezTo>
                    <a:pt x="236347" y="0"/>
                    <a:pt x="243840" y="381"/>
                    <a:pt x="251206" y="1143"/>
                  </a:cubicBezTo>
                  <a:cubicBezTo>
                    <a:pt x="258572" y="1905"/>
                    <a:pt x="266065" y="2921"/>
                    <a:pt x="273431" y="4445"/>
                  </a:cubicBezTo>
                  <a:cubicBezTo>
                    <a:pt x="280797" y="5969"/>
                    <a:pt x="288036" y="7747"/>
                    <a:pt x="295148" y="9906"/>
                  </a:cubicBezTo>
                  <a:cubicBezTo>
                    <a:pt x="302260" y="12065"/>
                    <a:pt x="309372" y="14605"/>
                    <a:pt x="316230" y="17526"/>
                  </a:cubicBezTo>
                  <a:cubicBezTo>
                    <a:pt x="323088" y="20447"/>
                    <a:pt x="329946" y="23622"/>
                    <a:pt x="336550" y="27178"/>
                  </a:cubicBezTo>
                  <a:cubicBezTo>
                    <a:pt x="343154" y="30734"/>
                    <a:pt x="349504" y="34544"/>
                    <a:pt x="355854" y="38735"/>
                  </a:cubicBezTo>
                  <a:cubicBezTo>
                    <a:pt x="362204" y="42926"/>
                    <a:pt x="368046" y="47371"/>
                    <a:pt x="373888" y="52070"/>
                  </a:cubicBezTo>
                  <a:cubicBezTo>
                    <a:pt x="379730" y="56769"/>
                    <a:pt x="385191" y="61849"/>
                    <a:pt x="390525" y="67183"/>
                  </a:cubicBezTo>
                  <a:cubicBezTo>
                    <a:pt x="395859" y="72517"/>
                    <a:pt x="400812" y="77978"/>
                    <a:pt x="405638" y="83820"/>
                  </a:cubicBezTo>
                  <a:cubicBezTo>
                    <a:pt x="410464" y="89662"/>
                    <a:pt x="414782" y="95631"/>
                    <a:pt x="418973" y="101854"/>
                  </a:cubicBezTo>
                  <a:cubicBezTo>
                    <a:pt x="423164" y="108077"/>
                    <a:pt x="426974" y="114554"/>
                    <a:pt x="430530" y="121158"/>
                  </a:cubicBezTo>
                  <a:cubicBezTo>
                    <a:pt x="434086" y="127762"/>
                    <a:pt x="437261" y="134493"/>
                    <a:pt x="440182" y="141478"/>
                  </a:cubicBezTo>
                  <a:cubicBezTo>
                    <a:pt x="443103" y="148463"/>
                    <a:pt x="445516" y="155448"/>
                    <a:pt x="447802" y="162560"/>
                  </a:cubicBezTo>
                  <a:cubicBezTo>
                    <a:pt x="450088" y="169672"/>
                    <a:pt x="451739" y="177038"/>
                    <a:pt x="453263" y="184277"/>
                  </a:cubicBezTo>
                  <a:cubicBezTo>
                    <a:pt x="454787" y="191516"/>
                    <a:pt x="455803" y="199009"/>
                    <a:pt x="456565" y="206502"/>
                  </a:cubicBezTo>
                  <a:cubicBezTo>
                    <a:pt x="457327" y="213995"/>
                    <a:pt x="457708" y="221361"/>
                    <a:pt x="457708" y="228854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482123" y="2653789"/>
            <a:ext cx="3254767" cy="4836286"/>
            <a:chOff x="0" y="0"/>
            <a:chExt cx="4181856" cy="62138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181856" cy="6213856"/>
            </a:xfrm>
            <a:custGeom>
              <a:avLst/>
              <a:gdLst/>
              <a:ahLst/>
              <a:cxnLst/>
              <a:rect r="r" b="b" t="t" l="l"/>
              <a:pathLst>
                <a:path h="6213856" w="4181856">
                  <a:moveTo>
                    <a:pt x="4021328" y="6604"/>
                  </a:moveTo>
                  <a:cubicBezTo>
                    <a:pt x="4034790" y="6604"/>
                    <a:pt x="4047744" y="9144"/>
                    <a:pt x="4060190" y="14351"/>
                  </a:cubicBezTo>
                  <a:cubicBezTo>
                    <a:pt x="4072636" y="19558"/>
                    <a:pt x="4083685" y="26797"/>
                    <a:pt x="4093210" y="36322"/>
                  </a:cubicBezTo>
                  <a:cubicBezTo>
                    <a:pt x="4102735" y="45847"/>
                    <a:pt x="4110101" y="56896"/>
                    <a:pt x="4115181" y="69342"/>
                  </a:cubicBezTo>
                  <a:cubicBezTo>
                    <a:pt x="4120261" y="81788"/>
                    <a:pt x="4122928" y="94742"/>
                    <a:pt x="4122928" y="108204"/>
                  </a:cubicBezTo>
                  <a:lnTo>
                    <a:pt x="4122928" y="6001004"/>
                  </a:lnTo>
                  <a:cubicBezTo>
                    <a:pt x="4122928" y="6014466"/>
                    <a:pt x="4120388" y="6027420"/>
                    <a:pt x="4115181" y="6039866"/>
                  </a:cubicBezTo>
                  <a:cubicBezTo>
                    <a:pt x="4109974" y="6052312"/>
                    <a:pt x="4102735" y="6063361"/>
                    <a:pt x="4093210" y="6072886"/>
                  </a:cubicBezTo>
                  <a:cubicBezTo>
                    <a:pt x="4083685" y="6082411"/>
                    <a:pt x="4072636" y="6089777"/>
                    <a:pt x="4060190" y="6094857"/>
                  </a:cubicBezTo>
                  <a:cubicBezTo>
                    <a:pt x="4047744" y="6099937"/>
                    <a:pt x="4034790" y="6102604"/>
                    <a:pt x="4021328" y="6102604"/>
                  </a:cubicBezTo>
                  <a:lnTo>
                    <a:pt x="160528" y="6102604"/>
                  </a:lnTo>
                  <a:cubicBezTo>
                    <a:pt x="147066" y="6102604"/>
                    <a:pt x="134112" y="6100064"/>
                    <a:pt x="121666" y="6094857"/>
                  </a:cubicBezTo>
                  <a:cubicBezTo>
                    <a:pt x="109220" y="6089650"/>
                    <a:pt x="98171" y="6082411"/>
                    <a:pt x="88646" y="6072886"/>
                  </a:cubicBezTo>
                  <a:cubicBezTo>
                    <a:pt x="79121" y="6063361"/>
                    <a:pt x="71755" y="6052312"/>
                    <a:pt x="66675" y="6039866"/>
                  </a:cubicBezTo>
                  <a:cubicBezTo>
                    <a:pt x="61595" y="6027420"/>
                    <a:pt x="58928" y="6014466"/>
                    <a:pt x="58928" y="6001004"/>
                  </a:cubicBezTo>
                  <a:lnTo>
                    <a:pt x="58928" y="108204"/>
                  </a:lnTo>
                  <a:cubicBezTo>
                    <a:pt x="58928" y="94742"/>
                    <a:pt x="61468" y="81788"/>
                    <a:pt x="66675" y="69342"/>
                  </a:cubicBezTo>
                  <a:cubicBezTo>
                    <a:pt x="71882" y="56896"/>
                    <a:pt x="79121" y="45847"/>
                    <a:pt x="88646" y="36322"/>
                  </a:cubicBezTo>
                  <a:cubicBezTo>
                    <a:pt x="98171" y="26797"/>
                    <a:pt x="109220" y="19431"/>
                    <a:pt x="121666" y="14351"/>
                  </a:cubicBezTo>
                  <a:cubicBezTo>
                    <a:pt x="134112" y="9271"/>
                    <a:pt x="147066" y="6604"/>
                    <a:pt x="160528" y="6604"/>
                  </a:cubicBezTo>
                  <a:close/>
                  <a:moveTo>
                    <a:pt x="0" y="0"/>
                  </a:moveTo>
                  <a:lnTo>
                    <a:pt x="0" y="6213856"/>
                  </a:lnTo>
                  <a:lnTo>
                    <a:pt x="4181856" y="6213856"/>
                  </a:lnTo>
                  <a:lnTo>
                    <a:pt x="4181856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0482123" y="2653789"/>
            <a:ext cx="3254767" cy="4836286"/>
            <a:chOff x="0" y="0"/>
            <a:chExt cx="3136392" cy="466039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36392" cy="4660392"/>
            </a:xfrm>
            <a:custGeom>
              <a:avLst/>
              <a:gdLst/>
              <a:ahLst/>
              <a:cxnLst/>
              <a:rect r="r" b="b" t="t" l="l"/>
              <a:pathLst>
                <a:path h="4660392" w="3136392">
                  <a:moveTo>
                    <a:pt x="0" y="0"/>
                  </a:moveTo>
                  <a:lnTo>
                    <a:pt x="3136392" y="0"/>
                  </a:lnTo>
                  <a:lnTo>
                    <a:pt x="3136392" y="4660392"/>
                  </a:lnTo>
                  <a:lnTo>
                    <a:pt x="0" y="4660392"/>
                  </a:lnTo>
                  <a:close/>
                </a:path>
              </a:pathLst>
            </a:custGeom>
            <a:solidFill>
              <a:srgbClr val="DBEAF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349276" y="2577876"/>
            <a:ext cx="3520462" cy="5101981"/>
            <a:chOff x="0" y="0"/>
            <a:chExt cx="4523232" cy="65552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23232" cy="6555232"/>
            </a:xfrm>
            <a:custGeom>
              <a:avLst/>
              <a:gdLst/>
              <a:ahLst/>
              <a:cxnLst/>
              <a:rect r="r" b="b" t="t" l="l"/>
              <a:pathLst>
                <a:path h="6555232" w="4523232">
                  <a:moveTo>
                    <a:pt x="4192016" y="104140"/>
                  </a:moveTo>
                  <a:cubicBezTo>
                    <a:pt x="4205478" y="104140"/>
                    <a:pt x="4218432" y="106680"/>
                    <a:pt x="4230878" y="111887"/>
                  </a:cubicBezTo>
                  <a:cubicBezTo>
                    <a:pt x="4243324" y="117094"/>
                    <a:pt x="4254373" y="124333"/>
                    <a:pt x="4263898" y="133858"/>
                  </a:cubicBezTo>
                  <a:cubicBezTo>
                    <a:pt x="4273423" y="143383"/>
                    <a:pt x="4280789" y="154432"/>
                    <a:pt x="4285869" y="166878"/>
                  </a:cubicBezTo>
                  <a:cubicBezTo>
                    <a:pt x="4290949" y="179324"/>
                    <a:pt x="4293616" y="192278"/>
                    <a:pt x="4293616" y="205740"/>
                  </a:cubicBezTo>
                  <a:lnTo>
                    <a:pt x="4293616" y="6098540"/>
                  </a:lnTo>
                  <a:cubicBezTo>
                    <a:pt x="4293616" y="6112002"/>
                    <a:pt x="4291076" y="6124956"/>
                    <a:pt x="4285869" y="6137402"/>
                  </a:cubicBezTo>
                  <a:cubicBezTo>
                    <a:pt x="4280662" y="6149848"/>
                    <a:pt x="4273423" y="6160897"/>
                    <a:pt x="4263898" y="6170422"/>
                  </a:cubicBezTo>
                  <a:cubicBezTo>
                    <a:pt x="4254373" y="6179947"/>
                    <a:pt x="4243324" y="6187313"/>
                    <a:pt x="4230878" y="6192393"/>
                  </a:cubicBezTo>
                  <a:cubicBezTo>
                    <a:pt x="4218432" y="6197473"/>
                    <a:pt x="4205478" y="6200140"/>
                    <a:pt x="4192016" y="6200140"/>
                  </a:cubicBezTo>
                  <a:lnTo>
                    <a:pt x="331216" y="6200140"/>
                  </a:lnTo>
                  <a:cubicBezTo>
                    <a:pt x="317754" y="6200140"/>
                    <a:pt x="304800" y="6197600"/>
                    <a:pt x="292354" y="6192393"/>
                  </a:cubicBezTo>
                  <a:cubicBezTo>
                    <a:pt x="279908" y="6187186"/>
                    <a:pt x="268859" y="6179947"/>
                    <a:pt x="259334" y="6170422"/>
                  </a:cubicBezTo>
                  <a:cubicBezTo>
                    <a:pt x="249809" y="6160897"/>
                    <a:pt x="242443" y="6149848"/>
                    <a:pt x="237363" y="6137402"/>
                  </a:cubicBezTo>
                  <a:cubicBezTo>
                    <a:pt x="232283" y="6124956"/>
                    <a:pt x="229616" y="6112002"/>
                    <a:pt x="229616" y="6098540"/>
                  </a:cubicBezTo>
                  <a:lnTo>
                    <a:pt x="229616" y="205740"/>
                  </a:lnTo>
                  <a:cubicBezTo>
                    <a:pt x="229616" y="192278"/>
                    <a:pt x="232156" y="179324"/>
                    <a:pt x="237363" y="166878"/>
                  </a:cubicBezTo>
                  <a:cubicBezTo>
                    <a:pt x="242570" y="154432"/>
                    <a:pt x="249809" y="143383"/>
                    <a:pt x="259334" y="133858"/>
                  </a:cubicBezTo>
                  <a:cubicBezTo>
                    <a:pt x="268859" y="124333"/>
                    <a:pt x="279908" y="116967"/>
                    <a:pt x="292354" y="111887"/>
                  </a:cubicBezTo>
                  <a:cubicBezTo>
                    <a:pt x="304800" y="106807"/>
                    <a:pt x="317754" y="104140"/>
                    <a:pt x="331216" y="104140"/>
                  </a:cubicBezTo>
                  <a:close/>
                  <a:moveTo>
                    <a:pt x="0" y="0"/>
                  </a:moveTo>
                  <a:lnTo>
                    <a:pt x="0" y="6555232"/>
                  </a:lnTo>
                  <a:lnTo>
                    <a:pt x="4523232" y="6555232"/>
                  </a:lnTo>
                  <a:lnTo>
                    <a:pt x="4523232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0349276" y="2577876"/>
            <a:ext cx="3520462" cy="5101981"/>
            <a:chOff x="0" y="0"/>
            <a:chExt cx="3392424" cy="491642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392424" cy="4916424"/>
            </a:xfrm>
            <a:custGeom>
              <a:avLst/>
              <a:gdLst/>
              <a:ahLst/>
              <a:cxnLst/>
              <a:rect r="r" b="b" t="t" l="l"/>
              <a:pathLst>
                <a:path h="4916424" w="3392424">
                  <a:moveTo>
                    <a:pt x="0" y="0"/>
                  </a:moveTo>
                  <a:lnTo>
                    <a:pt x="3392424" y="0"/>
                  </a:lnTo>
                  <a:lnTo>
                    <a:pt x="3392424" y="4916424"/>
                  </a:lnTo>
                  <a:lnTo>
                    <a:pt x="0" y="4916424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527987" y="2658929"/>
            <a:ext cx="3163038" cy="4744558"/>
            <a:chOff x="0" y="0"/>
            <a:chExt cx="4064000" cy="609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064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4064000">
                  <a:moveTo>
                    <a:pt x="101600" y="0"/>
                  </a:moveTo>
                  <a:cubicBezTo>
                    <a:pt x="88138" y="0"/>
                    <a:pt x="75184" y="2540"/>
                    <a:pt x="62738" y="7747"/>
                  </a:cubicBezTo>
                  <a:cubicBezTo>
                    <a:pt x="50292" y="12954"/>
                    <a:pt x="39243" y="20193"/>
                    <a:pt x="29718" y="29718"/>
                  </a:cubicBezTo>
                  <a:cubicBezTo>
                    <a:pt x="20193" y="39243"/>
                    <a:pt x="12827" y="50292"/>
                    <a:pt x="7747" y="62738"/>
                  </a:cubicBezTo>
                  <a:cubicBezTo>
                    <a:pt x="2667" y="75184"/>
                    <a:pt x="0" y="88138"/>
                    <a:pt x="0" y="101600"/>
                  </a:cubicBezTo>
                  <a:lnTo>
                    <a:pt x="0" y="5994400"/>
                  </a:lnTo>
                  <a:cubicBezTo>
                    <a:pt x="0" y="6007862"/>
                    <a:pt x="2540" y="6020816"/>
                    <a:pt x="7747" y="6033262"/>
                  </a:cubicBezTo>
                  <a:cubicBezTo>
                    <a:pt x="12954" y="6045708"/>
                    <a:pt x="20193" y="6056757"/>
                    <a:pt x="29718" y="6066282"/>
                  </a:cubicBezTo>
                  <a:cubicBezTo>
                    <a:pt x="39243" y="6075807"/>
                    <a:pt x="50292" y="6083173"/>
                    <a:pt x="62738" y="6088253"/>
                  </a:cubicBezTo>
                  <a:cubicBezTo>
                    <a:pt x="75184" y="6093333"/>
                    <a:pt x="88138" y="6096000"/>
                    <a:pt x="101600" y="6096000"/>
                  </a:cubicBezTo>
                  <a:lnTo>
                    <a:pt x="3962400" y="6096000"/>
                  </a:lnTo>
                  <a:cubicBezTo>
                    <a:pt x="3975862" y="6096000"/>
                    <a:pt x="3988816" y="6093460"/>
                    <a:pt x="4001262" y="6088253"/>
                  </a:cubicBezTo>
                  <a:cubicBezTo>
                    <a:pt x="4013708" y="6083046"/>
                    <a:pt x="4024757" y="6075807"/>
                    <a:pt x="4034282" y="6066282"/>
                  </a:cubicBezTo>
                  <a:cubicBezTo>
                    <a:pt x="4043807" y="6056757"/>
                    <a:pt x="4051173" y="6045708"/>
                    <a:pt x="4056253" y="6033262"/>
                  </a:cubicBezTo>
                  <a:cubicBezTo>
                    <a:pt x="4061333" y="6020816"/>
                    <a:pt x="4064000" y="6007989"/>
                    <a:pt x="4064000" y="5994654"/>
                  </a:cubicBezTo>
                  <a:lnTo>
                    <a:pt x="4064000" y="101346"/>
                  </a:lnTo>
                  <a:cubicBezTo>
                    <a:pt x="4064000" y="88011"/>
                    <a:pt x="4061333" y="75057"/>
                    <a:pt x="4056253" y="62738"/>
                  </a:cubicBezTo>
                  <a:cubicBezTo>
                    <a:pt x="4051173" y="50419"/>
                    <a:pt x="4043807" y="39243"/>
                    <a:pt x="4034282" y="29718"/>
                  </a:cubicBezTo>
                  <a:cubicBezTo>
                    <a:pt x="4024757" y="20193"/>
                    <a:pt x="4013708" y="12827"/>
                    <a:pt x="4001262" y="7747"/>
                  </a:cubicBezTo>
                  <a:cubicBezTo>
                    <a:pt x="3988816" y="2667"/>
                    <a:pt x="3975862" y="0"/>
                    <a:pt x="3962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3384789" y="8484188"/>
            <a:ext cx="3719862" cy="2266841"/>
            <a:chOff x="0" y="0"/>
            <a:chExt cx="3584575" cy="2184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63500" y="63500"/>
              <a:ext cx="3457702" cy="2057527"/>
            </a:xfrm>
            <a:custGeom>
              <a:avLst/>
              <a:gdLst/>
              <a:ahLst/>
              <a:cxnLst/>
              <a:rect r="r" b="b" t="t" l="l"/>
              <a:pathLst>
                <a:path h="2057527" w="3457702">
                  <a:moveTo>
                    <a:pt x="0" y="1981200"/>
                  </a:moveTo>
                  <a:lnTo>
                    <a:pt x="0" y="76200"/>
                  </a:lnTo>
                  <a:cubicBezTo>
                    <a:pt x="0" y="71247"/>
                    <a:pt x="508" y="66294"/>
                    <a:pt x="1524" y="61341"/>
                  </a:cubicBezTo>
                  <a:cubicBezTo>
                    <a:pt x="2540" y="56388"/>
                    <a:pt x="3937" y="51689"/>
                    <a:pt x="5842" y="46990"/>
                  </a:cubicBezTo>
                  <a:cubicBezTo>
                    <a:pt x="7747" y="42291"/>
                    <a:pt x="10160" y="37973"/>
                    <a:pt x="12827" y="33782"/>
                  </a:cubicBezTo>
                  <a:cubicBezTo>
                    <a:pt x="15494" y="29591"/>
                    <a:pt x="18796" y="25781"/>
                    <a:pt x="22352" y="22225"/>
                  </a:cubicBezTo>
                  <a:cubicBezTo>
                    <a:pt x="25908" y="18669"/>
                    <a:pt x="29718" y="15494"/>
                    <a:pt x="33909" y="12700"/>
                  </a:cubicBezTo>
                  <a:cubicBezTo>
                    <a:pt x="38100" y="9906"/>
                    <a:pt x="42418" y="7620"/>
                    <a:pt x="47117" y="5715"/>
                  </a:cubicBezTo>
                  <a:cubicBezTo>
                    <a:pt x="51816" y="3810"/>
                    <a:pt x="56515" y="2413"/>
                    <a:pt x="61468" y="1397"/>
                  </a:cubicBezTo>
                  <a:cubicBezTo>
                    <a:pt x="66421" y="381"/>
                    <a:pt x="71247" y="0"/>
                    <a:pt x="76200" y="0"/>
                  </a:cubicBezTo>
                  <a:lnTo>
                    <a:pt x="3381375" y="0"/>
                  </a:lnTo>
                  <a:cubicBezTo>
                    <a:pt x="3386328" y="0"/>
                    <a:pt x="3391281" y="508"/>
                    <a:pt x="3396234" y="1524"/>
                  </a:cubicBezTo>
                  <a:cubicBezTo>
                    <a:pt x="3401187" y="2540"/>
                    <a:pt x="3405886" y="3937"/>
                    <a:pt x="3410585" y="5842"/>
                  </a:cubicBezTo>
                  <a:cubicBezTo>
                    <a:pt x="3415284" y="7747"/>
                    <a:pt x="3419602" y="10160"/>
                    <a:pt x="3423793" y="12827"/>
                  </a:cubicBezTo>
                  <a:cubicBezTo>
                    <a:pt x="3427985" y="15494"/>
                    <a:pt x="3431794" y="18796"/>
                    <a:pt x="3435350" y="22352"/>
                  </a:cubicBezTo>
                  <a:cubicBezTo>
                    <a:pt x="3438906" y="25908"/>
                    <a:pt x="3442081" y="29718"/>
                    <a:pt x="3444875" y="33909"/>
                  </a:cubicBezTo>
                  <a:cubicBezTo>
                    <a:pt x="3447669" y="38100"/>
                    <a:pt x="3449955" y="42418"/>
                    <a:pt x="3451860" y="47117"/>
                  </a:cubicBezTo>
                  <a:cubicBezTo>
                    <a:pt x="3453765" y="51816"/>
                    <a:pt x="3455162" y="56515"/>
                    <a:pt x="3456178" y="61468"/>
                  </a:cubicBezTo>
                  <a:cubicBezTo>
                    <a:pt x="3457194" y="66421"/>
                    <a:pt x="3457702" y="71374"/>
                    <a:pt x="3457702" y="76327"/>
                  </a:cubicBezTo>
                  <a:lnTo>
                    <a:pt x="3457702" y="1981200"/>
                  </a:lnTo>
                  <a:cubicBezTo>
                    <a:pt x="3457702" y="1986153"/>
                    <a:pt x="3457194" y="1991106"/>
                    <a:pt x="3456178" y="1996059"/>
                  </a:cubicBezTo>
                  <a:cubicBezTo>
                    <a:pt x="3455162" y="2001012"/>
                    <a:pt x="3453765" y="2005711"/>
                    <a:pt x="3451860" y="2010410"/>
                  </a:cubicBezTo>
                  <a:cubicBezTo>
                    <a:pt x="3449955" y="2015109"/>
                    <a:pt x="3447542" y="2019427"/>
                    <a:pt x="3444875" y="2023618"/>
                  </a:cubicBezTo>
                  <a:cubicBezTo>
                    <a:pt x="3442208" y="2027809"/>
                    <a:pt x="3438906" y="2031619"/>
                    <a:pt x="3435350" y="2035175"/>
                  </a:cubicBezTo>
                  <a:cubicBezTo>
                    <a:pt x="3431794" y="2038731"/>
                    <a:pt x="3427985" y="2041906"/>
                    <a:pt x="3423793" y="2044700"/>
                  </a:cubicBezTo>
                  <a:cubicBezTo>
                    <a:pt x="3419602" y="2047494"/>
                    <a:pt x="3415284" y="2049780"/>
                    <a:pt x="3410585" y="2051685"/>
                  </a:cubicBezTo>
                  <a:cubicBezTo>
                    <a:pt x="3405886" y="2053590"/>
                    <a:pt x="3401187" y="2054987"/>
                    <a:pt x="3396234" y="2056003"/>
                  </a:cubicBezTo>
                  <a:cubicBezTo>
                    <a:pt x="3391281" y="2057019"/>
                    <a:pt x="3386328" y="2057527"/>
                    <a:pt x="3381375" y="2057527"/>
                  </a:cubicBezTo>
                  <a:lnTo>
                    <a:pt x="76200" y="2057527"/>
                  </a:lnTo>
                  <a:cubicBezTo>
                    <a:pt x="71247" y="2057527"/>
                    <a:pt x="66294" y="2057019"/>
                    <a:pt x="61341" y="2056003"/>
                  </a:cubicBezTo>
                  <a:cubicBezTo>
                    <a:pt x="56388" y="2054987"/>
                    <a:pt x="51689" y="2053590"/>
                    <a:pt x="46990" y="2051685"/>
                  </a:cubicBezTo>
                  <a:cubicBezTo>
                    <a:pt x="42291" y="2049780"/>
                    <a:pt x="37973" y="2047367"/>
                    <a:pt x="33782" y="2044700"/>
                  </a:cubicBezTo>
                  <a:cubicBezTo>
                    <a:pt x="29591" y="2042033"/>
                    <a:pt x="25781" y="2038731"/>
                    <a:pt x="22225" y="2035175"/>
                  </a:cubicBezTo>
                  <a:cubicBezTo>
                    <a:pt x="18669" y="2031619"/>
                    <a:pt x="15494" y="2027809"/>
                    <a:pt x="12700" y="2023618"/>
                  </a:cubicBezTo>
                  <a:cubicBezTo>
                    <a:pt x="9906" y="2019427"/>
                    <a:pt x="7620" y="2015109"/>
                    <a:pt x="5715" y="2010410"/>
                  </a:cubicBezTo>
                  <a:cubicBezTo>
                    <a:pt x="3810" y="2005711"/>
                    <a:pt x="2413" y="2001012"/>
                    <a:pt x="1397" y="1996059"/>
                  </a:cubicBezTo>
                  <a:cubicBezTo>
                    <a:pt x="381" y="1991106"/>
                    <a:pt x="0" y="1986153"/>
                    <a:pt x="0" y="1981200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482725" y="29210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609600" y="304800"/>
                  </a:moveTo>
                  <a:cubicBezTo>
                    <a:pt x="609600" y="314833"/>
                    <a:pt x="609092" y="324739"/>
                    <a:pt x="608076" y="334645"/>
                  </a:cubicBezTo>
                  <a:cubicBezTo>
                    <a:pt x="607060" y="344551"/>
                    <a:pt x="605663" y="354457"/>
                    <a:pt x="603631" y="364236"/>
                  </a:cubicBezTo>
                  <a:cubicBezTo>
                    <a:pt x="601599" y="374015"/>
                    <a:pt x="599313" y="383667"/>
                    <a:pt x="596392" y="393192"/>
                  </a:cubicBezTo>
                  <a:cubicBezTo>
                    <a:pt x="593471" y="402717"/>
                    <a:pt x="590169" y="412115"/>
                    <a:pt x="586359" y="421386"/>
                  </a:cubicBezTo>
                  <a:cubicBezTo>
                    <a:pt x="582549" y="430657"/>
                    <a:pt x="578231" y="439674"/>
                    <a:pt x="573532" y="448437"/>
                  </a:cubicBezTo>
                  <a:cubicBezTo>
                    <a:pt x="568833" y="457200"/>
                    <a:pt x="563753" y="465836"/>
                    <a:pt x="558165" y="474091"/>
                  </a:cubicBezTo>
                  <a:cubicBezTo>
                    <a:pt x="552577" y="482346"/>
                    <a:pt x="546735" y="490347"/>
                    <a:pt x="540385" y="498094"/>
                  </a:cubicBezTo>
                  <a:cubicBezTo>
                    <a:pt x="534035" y="505841"/>
                    <a:pt x="527304" y="513207"/>
                    <a:pt x="520319" y="520319"/>
                  </a:cubicBezTo>
                  <a:cubicBezTo>
                    <a:pt x="513334" y="527431"/>
                    <a:pt x="505841" y="534035"/>
                    <a:pt x="498094" y="540385"/>
                  </a:cubicBezTo>
                  <a:cubicBezTo>
                    <a:pt x="490347" y="546735"/>
                    <a:pt x="482346" y="552704"/>
                    <a:pt x="474091" y="558165"/>
                  </a:cubicBezTo>
                  <a:cubicBezTo>
                    <a:pt x="465836" y="563626"/>
                    <a:pt x="457200" y="568833"/>
                    <a:pt x="448437" y="573532"/>
                  </a:cubicBezTo>
                  <a:cubicBezTo>
                    <a:pt x="439674" y="578231"/>
                    <a:pt x="430657" y="582549"/>
                    <a:pt x="421386" y="586359"/>
                  </a:cubicBezTo>
                  <a:cubicBezTo>
                    <a:pt x="412115" y="590169"/>
                    <a:pt x="402717" y="593598"/>
                    <a:pt x="393192" y="596392"/>
                  </a:cubicBezTo>
                  <a:cubicBezTo>
                    <a:pt x="383667" y="599186"/>
                    <a:pt x="374015" y="601726"/>
                    <a:pt x="364236" y="603631"/>
                  </a:cubicBezTo>
                  <a:cubicBezTo>
                    <a:pt x="354457" y="605536"/>
                    <a:pt x="344551" y="607060"/>
                    <a:pt x="334645" y="608076"/>
                  </a:cubicBezTo>
                  <a:cubicBezTo>
                    <a:pt x="324739" y="609092"/>
                    <a:pt x="314706" y="609600"/>
                    <a:pt x="304800" y="609600"/>
                  </a:cubicBezTo>
                  <a:cubicBezTo>
                    <a:pt x="294894" y="609600"/>
                    <a:pt x="284861" y="609092"/>
                    <a:pt x="274955" y="608076"/>
                  </a:cubicBezTo>
                  <a:cubicBezTo>
                    <a:pt x="265049" y="607060"/>
                    <a:pt x="255143" y="605663"/>
                    <a:pt x="245364" y="603631"/>
                  </a:cubicBezTo>
                  <a:cubicBezTo>
                    <a:pt x="235585" y="601599"/>
                    <a:pt x="225933" y="599313"/>
                    <a:pt x="216408" y="596392"/>
                  </a:cubicBezTo>
                  <a:cubicBezTo>
                    <a:pt x="206883" y="593471"/>
                    <a:pt x="197485" y="590169"/>
                    <a:pt x="188214" y="586359"/>
                  </a:cubicBezTo>
                  <a:cubicBezTo>
                    <a:pt x="178943" y="582549"/>
                    <a:pt x="169926" y="578231"/>
                    <a:pt x="161163" y="573532"/>
                  </a:cubicBezTo>
                  <a:cubicBezTo>
                    <a:pt x="152400" y="568833"/>
                    <a:pt x="143764" y="563753"/>
                    <a:pt x="135509" y="558165"/>
                  </a:cubicBezTo>
                  <a:cubicBezTo>
                    <a:pt x="127254" y="552577"/>
                    <a:pt x="119253" y="546735"/>
                    <a:pt x="111506" y="540385"/>
                  </a:cubicBezTo>
                  <a:cubicBezTo>
                    <a:pt x="103759" y="534035"/>
                    <a:pt x="96393" y="527304"/>
                    <a:pt x="89281" y="520319"/>
                  </a:cubicBezTo>
                  <a:cubicBezTo>
                    <a:pt x="82169" y="513334"/>
                    <a:pt x="75565" y="505841"/>
                    <a:pt x="69215" y="498094"/>
                  </a:cubicBezTo>
                  <a:cubicBezTo>
                    <a:pt x="62865" y="490347"/>
                    <a:pt x="56896" y="482346"/>
                    <a:pt x="51435" y="474091"/>
                  </a:cubicBezTo>
                  <a:cubicBezTo>
                    <a:pt x="45974" y="465836"/>
                    <a:pt x="40767" y="457200"/>
                    <a:pt x="36068" y="448437"/>
                  </a:cubicBezTo>
                  <a:cubicBezTo>
                    <a:pt x="31369" y="439674"/>
                    <a:pt x="27051" y="430657"/>
                    <a:pt x="23241" y="421386"/>
                  </a:cubicBezTo>
                  <a:cubicBezTo>
                    <a:pt x="19431" y="412115"/>
                    <a:pt x="16002" y="402717"/>
                    <a:pt x="13208" y="393192"/>
                  </a:cubicBezTo>
                  <a:cubicBezTo>
                    <a:pt x="10414" y="383667"/>
                    <a:pt x="7874" y="374015"/>
                    <a:pt x="5969" y="364236"/>
                  </a:cubicBezTo>
                  <a:cubicBezTo>
                    <a:pt x="4064" y="354457"/>
                    <a:pt x="2540" y="344551"/>
                    <a:pt x="1524" y="334645"/>
                  </a:cubicBezTo>
                  <a:cubicBezTo>
                    <a:pt x="508" y="324739"/>
                    <a:pt x="0" y="314706"/>
                    <a:pt x="0" y="304800"/>
                  </a:cubicBezTo>
                  <a:cubicBezTo>
                    <a:pt x="0" y="294894"/>
                    <a:pt x="508" y="284861"/>
                    <a:pt x="1524" y="274955"/>
                  </a:cubicBezTo>
                  <a:cubicBezTo>
                    <a:pt x="2540" y="265049"/>
                    <a:pt x="3937" y="255143"/>
                    <a:pt x="5969" y="245364"/>
                  </a:cubicBezTo>
                  <a:cubicBezTo>
                    <a:pt x="8001" y="235585"/>
                    <a:pt x="10287" y="225933"/>
                    <a:pt x="13208" y="216408"/>
                  </a:cubicBezTo>
                  <a:cubicBezTo>
                    <a:pt x="16129" y="206883"/>
                    <a:pt x="19431" y="197485"/>
                    <a:pt x="23241" y="188214"/>
                  </a:cubicBezTo>
                  <a:cubicBezTo>
                    <a:pt x="27051" y="178943"/>
                    <a:pt x="31369" y="169926"/>
                    <a:pt x="36068" y="161163"/>
                  </a:cubicBezTo>
                  <a:cubicBezTo>
                    <a:pt x="40767" y="152400"/>
                    <a:pt x="45847" y="143764"/>
                    <a:pt x="51435" y="135509"/>
                  </a:cubicBezTo>
                  <a:cubicBezTo>
                    <a:pt x="57023" y="127254"/>
                    <a:pt x="62865" y="119253"/>
                    <a:pt x="69215" y="111506"/>
                  </a:cubicBezTo>
                  <a:cubicBezTo>
                    <a:pt x="75565" y="103759"/>
                    <a:pt x="82296" y="96393"/>
                    <a:pt x="89281" y="89281"/>
                  </a:cubicBezTo>
                  <a:cubicBezTo>
                    <a:pt x="96266" y="82169"/>
                    <a:pt x="103759" y="75565"/>
                    <a:pt x="111506" y="69215"/>
                  </a:cubicBezTo>
                  <a:cubicBezTo>
                    <a:pt x="119253" y="62865"/>
                    <a:pt x="127254" y="56896"/>
                    <a:pt x="135509" y="51435"/>
                  </a:cubicBezTo>
                  <a:cubicBezTo>
                    <a:pt x="143764" y="45974"/>
                    <a:pt x="152400" y="40767"/>
                    <a:pt x="161163" y="36068"/>
                  </a:cubicBezTo>
                  <a:cubicBezTo>
                    <a:pt x="169926" y="31369"/>
                    <a:pt x="178943" y="27051"/>
                    <a:pt x="188214" y="23241"/>
                  </a:cubicBezTo>
                  <a:cubicBezTo>
                    <a:pt x="197485" y="19431"/>
                    <a:pt x="206883" y="16002"/>
                    <a:pt x="216408" y="13208"/>
                  </a:cubicBezTo>
                  <a:cubicBezTo>
                    <a:pt x="225933" y="10414"/>
                    <a:pt x="235585" y="7874"/>
                    <a:pt x="245364" y="5969"/>
                  </a:cubicBezTo>
                  <a:cubicBezTo>
                    <a:pt x="255143" y="4064"/>
                    <a:pt x="265049" y="2540"/>
                    <a:pt x="274955" y="1524"/>
                  </a:cubicBezTo>
                  <a:cubicBezTo>
                    <a:pt x="284861" y="508"/>
                    <a:pt x="294894" y="0"/>
                    <a:pt x="304800" y="0"/>
                  </a:cubicBezTo>
                  <a:cubicBezTo>
                    <a:pt x="314706" y="0"/>
                    <a:pt x="324739" y="508"/>
                    <a:pt x="334645" y="1524"/>
                  </a:cubicBezTo>
                  <a:cubicBezTo>
                    <a:pt x="344551" y="2540"/>
                    <a:pt x="354457" y="3937"/>
                    <a:pt x="364236" y="5969"/>
                  </a:cubicBezTo>
                  <a:cubicBezTo>
                    <a:pt x="374015" y="8001"/>
                    <a:pt x="383667" y="10287"/>
                    <a:pt x="393192" y="13208"/>
                  </a:cubicBezTo>
                  <a:cubicBezTo>
                    <a:pt x="402717" y="16129"/>
                    <a:pt x="412115" y="19431"/>
                    <a:pt x="421386" y="23241"/>
                  </a:cubicBezTo>
                  <a:cubicBezTo>
                    <a:pt x="430657" y="27051"/>
                    <a:pt x="439674" y="31369"/>
                    <a:pt x="448437" y="36068"/>
                  </a:cubicBezTo>
                  <a:cubicBezTo>
                    <a:pt x="457200" y="40767"/>
                    <a:pt x="465836" y="45847"/>
                    <a:pt x="474091" y="51435"/>
                  </a:cubicBezTo>
                  <a:cubicBezTo>
                    <a:pt x="482346" y="57023"/>
                    <a:pt x="490347" y="62865"/>
                    <a:pt x="498094" y="69215"/>
                  </a:cubicBezTo>
                  <a:cubicBezTo>
                    <a:pt x="505841" y="75565"/>
                    <a:pt x="513207" y="82296"/>
                    <a:pt x="520319" y="89281"/>
                  </a:cubicBezTo>
                  <a:cubicBezTo>
                    <a:pt x="527431" y="96266"/>
                    <a:pt x="534035" y="103759"/>
                    <a:pt x="540385" y="111506"/>
                  </a:cubicBezTo>
                  <a:cubicBezTo>
                    <a:pt x="546735" y="119253"/>
                    <a:pt x="552704" y="127254"/>
                    <a:pt x="558165" y="135509"/>
                  </a:cubicBezTo>
                  <a:cubicBezTo>
                    <a:pt x="563626" y="143764"/>
                    <a:pt x="568833" y="152400"/>
                    <a:pt x="573532" y="161163"/>
                  </a:cubicBezTo>
                  <a:cubicBezTo>
                    <a:pt x="578231" y="169926"/>
                    <a:pt x="582549" y="178943"/>
                    <a:pt x="586359" y="188214"/>
                  </a:cubicBezTo>
                  <a:cubicBezTo>
                    <a:pt x="590169" y="197485"/>
                    <a:pt x="593598" y="206883"/>
                    <a:pt x="596392" y="216408"/>
                  </a:cubicBezTo>
                  <a:cubicBezTo>
                    <a:pt x="599186" y="225933"/>
                    <a:pt x="601726" y="235585"/>
                    <a:pt x="603631" y="245364"/>
                  </a:cubicBezTo>
                  <a:cubicBezTo>
                    <a:pt x="605536" y="255143"/>
                    <a:pt x="607060" y="265049"/>
                    <a:pt x="608076" y="274955"/>
                  </a:cubicBezTo>
                  <a:cubicBezTo>
                    <a:pt x="609092" y="284861"/>
                    <a:pt x="609600" y="294894"/>
                    <a:pt x="609600" y="30480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7289165" y="8484188"/>
            <a:ext cx="3709977" cy="2266841"/>
            <a:chOff x="0" y="0"/>
            <a:chExt cx="3575050" cy="2184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63500" y="63500"/>
              <a:ext cx="3448177" cy="2057527"/>
            </a:xfrm>
            <a:custGeom>
              <a:avLst/>
              <a:gdLst/>
              <a:ahLst/>
              <a:cxnLst/>
              <a:rect r="r" b="b" t="t" l="l"/>
              <a:pathLst>
                <a:path h="2057527" w="3448177">
                  <a:moveTo>
                    <a:pt x="0" y="1981200"/>
                  </a:moveTo>
                  <a:lnTo>
                    <a:pt x="0" y="76200"/>
                  </a:lnTo>
                  <a:cubicBezTo>
                    <a:pt x="0" y="71247"/>
                    <a:pt x="508" y="66294"/>
                    <a:pt x="1524" y="61341"/>
                  </a:cubicBezTo>
                  <a:cubicBezTo>
                    <a:pt x="2540" y="56388"/>
                    <a:pt x="3937" y="51689"/>
                    <a:pt x="5842" y="46990"/>
                  </a:cubicBezTo>
                  <a:cubicBezTo>
                    <a:pt x="7747" y="42291"/>
                    <a:pt x="10160" y="37973"/>
                    <a:pt x="12827" y="33782"/>
                  </a:cubicBezTo>
                  <a:cubicBezTo>
                    <a:pt x="15494" y="29591"/>
                    <a:pt x="18796" y="25781"/>
                    <a:pt x="22352" y="22225"/>
                  </a:cubicBezTo>
                  <a:cubicBezTo>
                    <a:pt x="25908" y="18669"/>
                    <a:pt x="29718" y="15494"/>
                    <a:pt x="33909" y="12700"/>
                  </a:cubicBezTo>
                  <a:cubicBezTo>
                    <a:pt x="38100" y="9906"/>
                    <a:pt x="42418" y="7620"/>
                    <a:pt x="47117" y="5715"/>
                  </a:cubicBezTo>
                  <a:cubicBezTo>
                    <a:pt x="51816" y="3810"/>
                    <a:pt x="56515" y="2413"/>
                    <a:pt x="61468" y="1397"/>
                  </a:cubicBezTo>
                  <a:cubicBezTo>
                    <a:pt x="66421" y="381"/>
                    <a:pt x="71247" y="0"/>
                    <a:pt x="76200" y="0"/>
                  </a:cubicBezTo>
                  <a:lnTo>
                    <a:pt x="3371850" y="0"/>
                  </a:lnTo>
                  <a:cubicBezTo>
                    <a:pt x="3376803" y="0"/>
                    <a:pt x="3381756" y="508"/>
                    <a:pt x="3386709" y="1524"/>
                  </a:cubicBezTo>
                  <a:cubicBezTo>
                    <a:pt x="3391662" y="2540"/>
                    <a:pt x="3396361" y="3937"/>
                    <a:pt x="3401060" y="5842"/>
                  </a:cubicBezTo>
                  <a:cubicBezTo>
                    <a:pt x="3405759" y="7747"/>
                    <a:pt x="3410077" y="10160"/>
                    <a:pt x="3414268" y="12827"/>
                  </a:cubicBezTo>
                  <a:cubicBezTo>
                    <a:pt x="3418460" y="15494"/>
                    <a:pt x="3422269" y="18796"/>
                    <a:pt x="3425825" y="22352"/>
                  </a:cubicBezTo>
                  <a:cubicBezTo>
                    <a:pt x="3429381" y="25908"/>
                    <a:pt x="3432556" y="29718"/>
                    <a:pt x="3435350" y="33909"/>
                  </a:cubicBezTo>
                  <a:cubicBezTo>
                    <a:pt x="3438144" y="38100"/>
                    <a:pt x="3440430" y="42418"/>
                    <a:pt x="3442335" y="47117"/>
                  </a:cubicBezTo>
                  <a:cubicBezTo>
                    <a:pt x="3444240" y="51816"/>
                    <a:pt x="3445637" y="56515"/>
                    <a:pt x="3446653" y="61468"/>
                  </a:cubicBezTo>
                  <a:cubicBezTo>
                    <a:pt x="3447669" y="66421"/>
                    <a:pt x="3448177" y="71374"/>
                    <a:pt x="3448177" y="76327"/>
                  </a:cubicBezTo>
                  <a:lnTo>
                    <a:pt x="3448177" y="1981200"/>
                  </a:lnTo>
                  <a:cubicBezTo>
                    <a:pt x="3448177" y="1986153"/>
                    <a:pt x="3447669" y="1991106"/>
                    <a:pt x="3446653" y="1996059"/>
                  </a:cubicBezTo>
                  <a:cubicBezTo>
                    <a:pt x="3445637" y="2001012"/>
                    <a:pt x="3444240" y="2005711"/>
                    <a:pt x="3442335" y="2010410"/>
                  </a:cubicBezTo>
                  <a:cubicBezTo>
                    <a:pt x="3440430" y="2015109"/>
                    <a:pt x="3438017" y="2019427"/>
                    <a:pt x="3435350" y="2023618"/>
                  </a:cubicBezTo>
                  <a:cubicBezTo>
                    <a:pt x="3432683" y="2027809"/>
                    <a:pt x="3429381" y="2031619"/>
                    <a:pt x="3425825" y="2035175"/>
                  </a:cubicBezTo>
                  <a:cubicBezTo>
                    <a:pt x="3422269" y="2038731"/>
                    <a:pt x="3418460" y="2041906"/>
                    <a:pt x="3414268" y="2044700"/>
                  </a:cubicBezTo>
                  <a:cubicBezTo>
                    <a:pt x="3410077" y="2047494"/>
                    <a:pt x="3405759" y="2049780"/>
                    <a:pt x="3401060" y="2051685"/>
                  </a:cubicBezTo>
                  <a:cubicBezTo>
                    <a:pt x="3396361" y="2053590"/>
                    <a:pt x="3391662" y="2054987"/>
                    <a:pt x="3386709" y="2056003"/>
                  </a:cubicBezTo>
                  <a:cubicBezTo>
                    <a:pt x="3381756" y="2057019"/>
                    <a:pt x="3376803" y="2057527"/>
                    <a:pt x="3371850" y="2057527"/>
                  </a:cubicBezTo>
                  <a:lnTo>
                    <a:pt x="76200" y="2057527"/>
                  </a:lnTo>
                  <a:cubicBezTo>
                    <a:pt x="71247" y="2057527"/>
                    <a:pt x="66294" y="2057019"/>
                    <a:pt x="61341" y="2056003"/>
                  </a:cubicBezTo>
                  <a:cubicBezTo>
                    <a:pt x="56388" y="2054987"/>
                    <a:pt x="51689" y="2053590"/>
                    <a:pt x="46990" y="2051685"/>
                  </a:cubicBezTo>
                  <a:cubicBezTo>
                    <a:pt x="42291" y="2049780"/>
                    <a:pt x="37973" y="2047367"/>
                    <a:pt x="33782" y="2044700"/>
                  </a:cubicBezTo>
                  <a:cubicBezTo>
                    <a:pt x="29591" y="2042033"/>
                    <a:pt x="25781" y="2038731"/>
                    <a:pt x="22225" y="2035175"/>
                  </a:cubicBezTo>
                  <a:cubicBezTo>
                    <a:pt x="18669" y="2031619"/>
                    <a:pt x="15494" y="2027809"/>
                    <a:pt x="12700" y="2023618"/>
                  </a:cubicBezTo>
                  <a:cubicBezTo>
                    <a:pt x="9906" y="2019427"/>
                    <a:pt x="7620" y="2015109"/>
                    <a:pt x="5715" y="2010410"/>
                  </a:cubicBezTo>
                  <a:cubicBezTo>
                    <a:pt x="3810" y="2005711"/>
                    <a:pt x="2413" y="2001012"/>
                    <a:pt x="1397" y="1996059"/>
                  </a:cubicBezTo>
                  <a:cubicBezTo>
                    <a:pt x="381" y="1991106"/>
                    <a:pt x="0" y="1986153"/>
                    <a:pt x="0" y="1981200"/>
                  </a:cubicBezTo>
                  <a:close/>
                </a:path>
              </a:pathLst>
            </a:custGeom>
            <a:solidFill>
              <a:srgbClr val="F0FDF4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482725" y="29210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609600" y="304800"/>
                  </a:moveTo>
                  <a:cubicBezTo>
                    <a:pt x="609600" y="314833"/>
                    <a:pt x="609092" y="324739"/>
                    <a:pt x="608076" y="334645"/>
                  </a:cubicBezTo>
                  <a:cubicBezTo>
                    <a:pt x="607060" y="344551"/>
                    <a:pt x="605663" y="354457"/>
                    <a:pt x="603631" y="364236"/>
                  </a:cubicBezTo>
                  <a:cubicBezTo>
                    <a:pt x="601599" y="374015"/>
                    <a:pt x="599313" y="383667"/>
                    <a:pt x="596392" y="393192"/>
                  </a:cubicBezTo>
                  <a:cubicBezTo>
                    <a:pt x="593471" y="402717"/>
                    <a:pt x="590169" y="412115"/>
                    <a:pt x="586359" y="421386"/>
                  </a:cubicBezTo>
                  <a:cubicBezTo>
                    <a:pt x="582549" y="430657"/>
                    <a:pt x="578231" y="439674"/>
                    <a:pt x="573532" y="448437"/>
                  </a:cubicBezTo>
                  <a:cubicBezTo>
                    <a:pt x="568833" y="457200"/>
                    <a:pt x="563753" y="465836"/>
                    <a:pt x="558165" y="474091"/>
                  </a:cubicBezTo>
                  <a:cubicBezTo>
                    <a:pt x="552577" y="482346"/>
                    <a:pt x="546735" y="490347"/>
                    <a:pt x="540385" y="498094"/>
                  </a:cubicBezTo>
                  <a:cubicBezTo>
                    <a:pt x="534035" y="505841"/>
                    <a:pt x="527304" y="513207"/>
                    <a:pt x="520319" y="520319"/>
                  </a:cubicBezTo>
                  <a:cubicBezTo>
                    <a:pt x="513334" y="527431"/>
                    <a:pt x="505841" y="534035"/>
                    <a:pt x="498094" y="540385"/>
                  </a:cubicBezTo>
                  <a:cubicBezTo>
                    <a:pt x="490347" y="546735"/>
                    <a:pt x="482346" y="552704"/>
                    <a:pt x="474091" y="558165"/>
                  </a:cubicBezTo>
                  <a:cubicBezTo>
                    <a:pt x="465836" y="563626"/>
                    <a:pt x="457200" y="568833"/>
                    <a:pt x="448437" y="573532"/>
                  </a:cubicBezTo>
                  <a:cubicBezTo>
                    <a:pt x="439674" y="578231"/>
                    <a:pt x="430657" y="582549"/>
                    <a:pt x="421386" y="586359"/>
                  </a:cubicBezTo>
                  <a:cubicBezTo>
                    <a:pt x="412115" y="590169"/>
                    <a:pt x="402717" y="593598"/>
                    <a:pt x="393192" y="596392"/>
                  </a:cubicBezTo>
                  <a:cubicBezTo>
                    <a:pt x="383667" y="599186"/>
                    <a:pt x="374015" y="601726"/>
                    <a:pt x="364236" y="603631"/>
                  </a:cubicBezTo>
                  <a:cubicBezTo>
                    <a:pt x="354457" y="605536"/>
                    <a:pt x="344551" y="607060"/>
                    <a:pt x="334645" y="608076"/>
                  </a:cubicBezTo>
                  <a:cubicBezTo>
                    <a:pt x="324739" y="609092"/>
                    <a:pt x="314706" y="609600"/>
                    <a:pt x="304800" y="609600"/>
                  </a:cubicBezTo>
                  <a:cubicBezTo>
                    <a:pt x="294894" y="609600"/>
                    <a:pt x="284861" y="609092"/>
                    <a:pt x="274955" y="608076"/>
                  </a:cubicBezTo>
                  <a:cubicBezTo>
                    <a:pt x="265049" y="607060"/>
                    <a:pt x="255143" y="605663"/>
                    <a:pt x="245364" y="603631"/>
                  </a:cubicBezTo>
                  <a:cubicBezTo>
                    <a:pt x="235585" y="601599"/>
                    <a:pt x="225933" y="599313"/>
                    <a:pt x="216408" y="596392"/>
                  </a:cubicBezTo>
                  <a:cubicBezTo>
                    <a:pt x="206883" y="593471"/>
                    <a:pt x="197485" y="590169"/>
                    <a:pt x="188214" y="586359"/>
                  </a:cubicBezTo>
                  <a:cubicBezTo>
                    <a:pt x="178943" y="582549"/>
                    <a:pt x="169926" y="578231"/>
                    <a:pt x="161163" y="573532"/>
                  </a:cubicBezTo>
                  <a:cubicBezTo>
                    <a:pt x="152400" y="568833"/>
                    <a:pt x="143764" y="563753"/>
                    <a:pt x="135509" y="558165"/>
                  </a:cubicBezTo>
                  <a:cubicBezTo>
                    <a:pt x="127254" y="552577"/>
                    <a:pt x="119253" y="546735"/>
                    <a:pt x="111506" y="540385"/>
                  </a:cubicBezTo>
                  <a:cubicBezTo>
                    <a:pt x="103759" y="534035"/>
                    <a:pt x="96393" y="527304"/>
                    <a:pt x="89281" y="520319"/>
                  </a:cubicBezTo>
                  <a:cubicBezTo>
                    <a:pt x="82169" y="513334"/>
                    <a:pt x="75565" y="505841"/>
                    <a:pt x="69215" y="498094"/>
                  </a:cubicBezTo>
                  <a:cubicBezTo>
                    <a:pt x="62865" y="490347"/>
                    <a:pt x="56896" y="482346"/>
                    <a:pt x="51435" y="474091"/>
                  </a:cubicBezTo>
                  <a:cubicBezTo>
                    <a:pt x="45974" y="465836"/>
                    <a:pt x="40767" y="457200"/>
                    <a:pt x="36068" y="448437"/>
                  </a:cubicBezTo>
                  <a:cubicBezTo>
                    <a:pt x="31369" y="439674"/>
                    <a:pt x="27051" y="430657"/>
                    <a:pt x="23241" y="421386"/>
                  </a:cubicBezTo>
                  <a:cubicBezTo>
                    <a:pt x="19431" y="412115"/>
                    <a:pt x="16002" y="402717"/>
                    <a:pt x="13208" y="393192"/>
                  </a:cubicBezTo>
                  <a:cubicBezTo>
                    <a:pt x="10414" y="383667"/>
                    <a:pt x="7874" y="374015"/>
                    <a:pt x="5969" y="364236"/>
                  </a:cubicBezTo>
                  <a:cubicBezTo>
                    <a:pt x="4064" y="354457"/>
                    <a:pt x="2540" y="344551"/>
                    <a:pt x="1524" y="334645"/>
                  </a:cubicBezTo>
                  <a:cubicBezTo>
                    <a:pt x="508" y="324739"/>
                    <a:pt x="0" y="314706"/>
                    <a:pt x="0" y="304800"/>
                  </a:cubicBezTo>
                  <a:cubicBezTo>
                    <a:pt x="0" y="294894"/>
                    <a:pt x="508" y="284861"/>
                    <a:pt x="1524" y="274955"/>
                  </a:cubicBezTo>
                  <a:cubicBezTo>
                    <a:pt x="2540" y="265049"/>
                    <a:pt x="3937" y="255143"/>
                    <a:pt x="5969" y="245364"/>
                  </a:cubicBezTo>
                  <a:cubicBezTo>
                    <a:pt x="8001" y="235585"/>
                    <a:pt x="10287" y="225933"/>
                    <a:pt x="13208" y="216408"/>
                  </a:cubicBezTo>
                  <a:cubicBezTo>
                    <a:pt x="16129" y="206883"/>
                    <a:pt x="19431" y="197485"/>
                    <a:pt x="23241" y="188214"/>
                  </a:cubicBezTo>
                  <a:cubicBezTo>
                    <a:pt x="27051" y="178943"/>
                    <a:pt x="31369" y="169926"/>
                    <a:pt x="36068" y="161163"/>
                  </a:cubicBezTo>
                  <a:cubicBezTo>
                    <a:pt x="40767" y="152400"/>
                    <a:pt x="45847" y="143764"/>
                    <a:pt x="51435" y="135509"/>
                  </a:cubicBezTo>
                  <a:cubicBezTo>
                    <a:pt x="57023" y="127254"/>
                    <a:pt x="62865" y="119253"/>
                    <a:pt x="69215" y="111506"/>
                  </a:cubicBezTo>
                  <a:cubicBezTo>
                    <a:pt x="75565" y="103759"/>
                    <a:pt x="82296" y="96393"/>
                    <a:pt x="89281" y="89281"/>
                  </a:cubicBezTo>
                  <a:cubicBezTo>
                    <a:pt x="96266" y="82169"/>
                    <a:pt x="103759" y="75565"/>
                    <a:pt x="111506" y="69215"/>
                  </a:cubicBezTo>
                  <a:cubicBezTo>
                    <a:pt x="119253" y="62865"/>
                    <a:pt x="127254" y="56896"/>
                    <a:pt x="135509" y="51435"/>
                  </a:cubicBezTo>
                  <a:cubicBezTo>
                    <a:pt x="143764" y="45974"/>
                    <a:pt x="152400" y="40767"/>
                    <a:pt x="161163" y="36068"/>
                  </a:cubicBezTo>
                  <a:cubicBezTo>
                    <a:pt x="169926" y="31369"/>
                    <a:pt x="178943" y="27051"/>
                    <a:pt x="188214" y="23241"/>
                  </a:cubicBezTo>
                  <a:cubicBezTo>
                    <a:pt x="197485" y="19431"/>
                    <a:pt x="206883" y="16002"/>
                    <a:pt x="216408" y="13208"/>
                  </a:cubicBezTo>
                  <a:cubicBezTo>
                    <a:pt x="225933" y="10414"/>
                    <a:pt x="235585" y="7874"/>
                    <a:pt x="245364" y="5969"/>
                  </a:cubicBezTo>
                  <a:cubicBezTo>
                    <a:pt x="255143" y="4064"/>
                    <a:pt x="265049" y="2540"/>
                    <a:pt x="274955" y="1524"/>
                  </a:cubicBezTo>
                  <a:cubicBezTo>
                    <a:pt x="284861" y="508"/>
                    <a:pt x="294894" y="0"/>
                    <a:pt x="304800" y="0"/>
                  </a:cubicBezTo>
                  <a:cubicBezTo>
                    <a:pt x="314706" y="0"/>
                    <a:pt x="324739" y="508"/>
                    <a:pt x="334645" y="1524"/>
                  </a:cubicBezTo>
                  <a:cubicBezTo>
                    <a:pt x="344551" y="2540"/>
                    <a:pt x="354457" y="3937"/>
                    <a:pt x="364236" y="5969"/>
                  </a:cubicBezTo>
                  <a:cubicBezTo>
                    <a:pt x="374015" y="8001"/>
                    <a:pt x="383667" y="10287"/>
                    <a:pt x="393192" y="13208"/>
                  </a:cubicBezTo>
                  <a:cubicBezTo>
                    <a:pt x="402717" y="16129"/>
                    <a:pt x="412115" y="19431"/>
                    <a:pt x="421386" y="23241"/>
                  </a:cubicBezTo>
                  <a:cubicBezTo>
                    <a:pt x="430657" y="27051"/>
                    <a:pt x="439674" y="31369"/>
                    <a:pt x="448437" y="36068"/>
                  </a:cubicBezTo>
                  <a:cubicBezTo>
                    <a:pt x="457200" y="40767"/>
                    <a:pt x="465836" y="45847"/>
                    <a:pt x="474091" y="51435"/>
                  </a:cubicBezTo>
                  <a:cubicBezTo>
                    <a:pt x="482346" y="57023"/>
                    <a:pt x="490347" y="62865"/>
                    <a:pt x="498094" y="69215"/>
                  </a:cubicBezTo>
                  <a:cubicBezTo>
                    <a:pt x="505841" y="75565"/>
                    <a:pt x="513207" y="82296"/>
                    <a:pt x="520319" y="89281"/>
                  </a:cubicBezTo>
                  <a:cubicBezTo>
                    <a:pt x="527431" y="96266"/>
                    <a:pt x="534035" y="103759"/>
                    <a:pt x="540385" y="111506"/>
                  </a:cubicBezTo>
                  <a:cubicBezTo>
                    <a:pt x="546735" y="119253"/>
                    <a:pt x="552704" y="127254"/>
                    <a:pt x="558165" y="135509"/>
                  </a:cubicBezTo>
                  <a:cubicBezTo>
                    <a:pt x="563626" y="143764"/>
                    <a:pt x="568833" y="152400"/>
                    <a:pt x="573532" y="161163"/>
                  </a:cubicBezTo>
                  <a:cubicBezTo>
                    <a:pt x="578231" y="169926"/>
                    <a:pt x="582549" y="178943"/>
                    <a:pt x="586359" y="188214"/>
                  </a:cubicBezTo>
                  <a:cubicBezTo>
                    <a:pt x="590169" y="197485"/>
                    <a:pt x="593598" y="206883"/>
                    <a:pt x="596392" y="216408"/>
                  </a:cubicBezTo>
                  <a:cubicBezTo>
                    <a:pt x="599186" y="225933"/>
                    <a:pt x="601726" y="235585"/>
                    <a:pt x="603631" y="245364"/>
                  </a:cubicBezTo>
                  <a:cubicBezTo>
                    <a:pt x="605536" y="255143"/>
                    <a:pt x="607060" y="265049"/>
                    <a:pt x="608076" y="274955"/>
                  </a:cubicBezTo>
                  <a:cubicBezTo>
                    <a:pt x="609092" y="284861"/>
                    <a:pt x="609600" y="294894"/>
                    <a:pt x="609600" y="304800"/>
                  </a:cubicBez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11183656" y="8484188"/>
            <a:ext cx="3719862" cy="2266841"/>
            <a:chOff x="0" y="0"/>
            <a:chExt cx="3584575" cy="2184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63500" y="63500"/>
              <a:ext cx="3457702" cy="2057527"/>
            </a:xfrm>
            <a:custGeom>
              <a:avLst/>
              <a:gdLst/>
              <a:ahLst/>
              <a:cxnLst/>
              <a:rect r="r" b="b" t="t" l="l"/>
              <a:pathLst>
                <a:path h="2057527" w="3457702">
                  <a:moveTo>
                    <a:pt x="0" y="1981200"/>
                  </a:moveTo>
                  <a:lnTo>
                    <a:pt x="0" y="76200"/>
                  </a:lnTo>
                  <a:cubicBezTo>
                    <a:pt x="0" y="71247"/>
                    <a:pt x="508" y="66294"/>
                    <a:pt x="1524" y="61341"/>
                  </a:cubicBezTo>
                  <a:cubicBezTo>
                    <a:pt x="2540" y="56388"/>
                    <a:pt x="3937" y="51689"/>
                    <a:pt x="5842" y="46990"/>
                  </a:cubicBezTo>
                  <a:cubicBezTo>
                    <a:pt x="7747" y="42291"/>
                    <a:pt x="10160" y="37973"/>
                    <a:pt x="12827" y="33782"/>
                  </a:cubicBezTo>
                  <a:cubicBezTo>
                    <a:pt x="15494" y="29591"/>
                    <a:pt x="18796" y="25781"/>
                    <a:pt x="22352" y="22225"/>
                  </a:cubicBezTo>
                  <a:cubicBezTo>
                    <a:pt x="25908" y="18669"/>
                    <a:pt x="29718" y="15494"/>
                    <a:pt x="33909" y="12700"/>
                  </a:cubicBezTo>
                  <a:cubicBezTo>
                    <a:pt x="38100" y="9906"/>
                    <a:pt x="42418" y="7620"/>
                    <a:pt x="47117" y="5715"/>
                  </a:cubicBezTo>
                  <a:cubicBezTo>
                    <a:pt x="51816" y="3810"/>
                    <a:pt x="56515" y="2413"/>
                    <a:pt x="61468" y="1397"/>
                  </a:cubicBezTo>
                  <a:cubicBezTo>
                    <a:pt x="66421" y="381"/>
                    <a:pt x="71247" y="0"/>
                    <a:pt x="76200" y="0"/>
                  </a:cubicBezTo>
                  <a:lnTo>
                    <a:pt x="3381375" y="0"/>
                  </a:lnTo>
                  <a:cubicBezTo>
                    <a:pt x="3386328" y="0"/>
                    <a:pt x="3391281" y="508"/>
                    <a:pt x="3396234" y="1524"/>
                  </a:cubicBezTo>
                  <a:cubicBezTo>
                    <a:pt x="3401187" y="2540"/>
                    <a:pt x="3405886" y="3937"/>
                    <a:pt x="3410585" y="5842"/>
                  </a:cubicBezTo>
                  <a:cubicBezTo>
                    <a:pt x="3415284" y="7747"/>
                    <a:pt x="3419602" y="10160"/>
                    <a:pt x="3423793" y="12827"/>
                  </a:cubicBezTo>
                  <a:cubicBezTo>
                    <a:pt x="3427985" y="15494"/>
                    <a:pt x="3431794" y="18796"/>
                    <a:pt x="3435350" y="22352"/>
                  </a:cubicBezTo>
                  <a:cubicBezTo>
                    <a:pt x="3438906" y="25908"/>
                    <a:pt x="3442081" y="29718"/>
                    <a:pt x="3444875" y="33909"/>
                  </a:cubicBezTo>
                  <a:cubicBezTo>
                    <a:pt x="3447669" y="38100"/>
                    <a:pt x="3449955" y="42418"/>
                    <a:pt x="3451860" y="47117"/>
                  </a:cubicBezTo>
                  <a:cubicBezTo>
                    <a:pt x="3453765" y="51816"/>
                    <a:pt x="3455162" y="56515"/>
                    <a:pt x="3456178" y="61468"/>
                  </a:cubicBezTo>
                  <a:cubicBezTo>
                    <a:pt x="3457194" y="66421"/>
                    <a:pt x="3457702" y="71374"/>
                    <a:pt x="3457702" y="76327"/>
                  </a:cubicBezTo>
                  <a:lnTo>
                    <a:pt x="3457702" y="1981200"/>
                  </a:lnTo>
                  <a:cubicBezTo>
                    <a:pt x="3457702" y="1986153"/>
                    <a:pt x="3457194" y="1991106"/>
                    <a:pt x="3456178" y="1996059"/>
                  </a:cubicBezTo>
                  <a:cubicBezTo>
                    <a:pt x="3455162" y="2001012"/>
                    <a:pt x="3453765" y="2005711"/>
                    <a:pt x="3451860" y="2010410"/>
                  </a:cubicBezTo>
                  <a:cubicBezTo>
                    <a:pt x="3449955" y="2015109"/>
                    <a:pt x="3447542" y="2019427"/>
                    <a:pt x="3444875" y="2023618"/>
                  </a:cubicBezTo>
                  <a:cubicBezTo>
                    <a:pt x="3442208" y="2027809"/>
                    <a:pt x="3438906" y="2031619"/>
                    <a:pt x="3435350" y="2035175"/>
                  </a:cubicBezTo>
                  <a:cubicBezTo>
                    <a:pt x="3431794" y="2038731"/>
                    <a:pt x="3427985" y="2041906"/>
                    <a:pt x="3423793" y="2044700"/>
                  </a:cubicBezTo>
                  <a:cubicBezTo>
                    <a:pt x="3419602" y="2047494"/>
                    <a:pt x="3415284" y="2049780"/>
                    <a:pt x="3410585" y="2051685"/>
                  </a:cubicBezTo>
                  <a:cubicBezTo>
                    <a:pt x="3405886" y="2053590"/>
                    <a:pt x="3401187" y="2054987"/>
                    <a:pt x="3396234" y="2056003"/>
                  </a:cubicBezTo>
                  <a:cubicBezTo>
                    <a:pt x="3391281" y="2057019"/>
                    <a:pt x="3386328" y="2057527"/>
                    <a:pt x="3381375" y="2057527"/>
                  </a:cubicBezTo>
                  <a:lnTo>
                    <a:pt x="76200" y="2057527"/>
                  </a:lnTo>
                  <a:cubicBezTo>
                    <a:pt x="71247" y="2057527"/>
                    <a:pt x="66294" y="2057019"/>
                    <a:pt x="61341" y="2056003"/>
                  </a:cubicBezTo>
                  <a:cubicBezTo>
                    <a:pt x="56388" y="2054987"/>
                    <a:pt x="51689" y="2053590"/>
                    <a:pt x="46990" y="2051685"/>
                  </a:cubicBezTo>
                  <a:cubicBezTo>
                    <a:pt x="42291" y="2049780"/>
                    <a:pt x="37973" y="2047367"/>
                    <a:pt x="33782" y="2044700"/>
                  </a:cubicBezTo>
                  <a:cubicBezTo>
                    <a:pt x="29591" y="2042033"/>
                    <a:pt x="25781" y="2038731"/>
                    <a:pt x="22225" y="2035175"/>
                  </a:cubicBezTo>
                  <a:cubicBezTo>
                    <a:pt x="18669" y="2031619"/>
                    <a:pt x="15494" y="2027809"/>
                    <a:pt x="12700" y="2023618"/>
                  </a:cubicBezTo>
                  <a:cubicBezTo>
                    <a:pt x="9906" y="2019427"/>
                    <a:pt x="7620" y="2015109"/>
                    <a:pt x="5715" y="2010410"/>
                  </a:cubicBezTo>
                  <a:cubicBezTo>
                    <a:pt x="3810" y="2005711"/>
                    <a:pt x="2413" y="2001012"/>
                    <a:pt x="1397" y="1996059"/>
                  </a:cubicBezTo>
                  <a:cubicBezTo>
                    <a:pt x="381" y="1991106"/>
                    <a:pt x="0" y="1986153"/>
                    <a:pt x="0" y="1981200"/>
                  </a:cubicBezTo>
                  <a:close/>
                </a:path>
              </a:pathLst>
            </a:custGeom>
            <a:solidFill>
              <a:srgbClr val="FAF5FF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492250" y="29210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609600" y="304800"/>
                  </a:moveTo>
                  <a:cubicBezTo>
                    <a:pt x="609600" y="314833"/>
                    <a:pt x="609092" y="324739"/>
                    <a:pt x="608076" y="334645"/>
                  </a:cubicBezTo>
                  <a:cubicBezTo>
                    <a:pt x="607060" y="344551"/>
                    <a:pt x="605663" y="354457"/>
                    <a:pt x="603631" y="364236"/>
                  </a:cubicBezTo>
                  <a:cubicBezTo>
                    <a:pt x="601599" y="374015"/>
                    <a:pt x="599313" y="383667"/>
                    <a:pt x="596392" y="393192"/>
                  </a:cubicBezTo>
                  <a:cubicBezTo>
                    <a:pt x="593471" y="402717"/>
                    <a:pt x="590169" y="412115"/>
                    <a:pt x="586359" y="421386"/>
                  </a:cubicBezTo>
                  <a:cubicBezTo>
                    <a:pt x="582549" y="430657"/>
                    <a:pt x="578231" y="439674"/>
                    <a:pt x="573532" y="448437"/>
                  </a:cubicBezTo>
                  <a:cubicBezTo>
                    <a:pt x="568833" y="457200"/>
                    <a:pt x="563753" y="465836"/>
                    <a:pt x="558165" y="474091"/>
                  </a:cubicBezTo>
                  <a:cubicBezTo>
                    <a:pt x="552577" y="482346"/>
                    <a:pt x="546735" y="490347"/>
                    <a:pt x="540385" y="498094"/>
                  </a:cubicBezTo>
                  <a:cubicBezTo>
                    <a:pt x="534035" y="505841"/>
                    <a:pt x="527304" y="513207"/>
                    <a:pt x="520319" y="520319"/>
                  </a:cubicBezTo>
                  <a:cubicBezTo>
                    <a:pt x="513334" y="527431"/>
                    <a:pt x="505841" y="534035"/>
                    <a:pt x="498094" y="540385"/>
                  </a:cubicBezTo>
                  <a:cubicBezTo>
                    <a:pt x="490347" y="546735"/>
                    <a:pt x="482346" y="552704"/>
                    <a:pt x="474091" y="558165"/>
                  </a:cubicBezTo>
                  <a:cubicBezTo>
                    <a:pt x="465836" y="563626"/>
                    <a:pt x="457200" y="568833"/>
                    <a:pt x="448437" y="573532"/>
                  </a:cubicBezTo>
                  <a:cubicBezTo>
                    <a:pt x="439674" y="578231"/>
                    <a:pt x="430657" y="582549"/>
                    <a:pt x="421386" y="586359"/>
                  </a:cubicBezTo>
                  <a:cubicBezTo>
                    <a:pt x="412115" y="590169"/>
                    <a:pt x="402717" y="593598"/>
                    <a:pt x="393192" y="596392"/>
                  </a:cubicBezTo>
                  <a:cubicBezTo>
                    <a:pt x="383667" y="599186"/>
                    <a:pt x="374015" y="601726"/>
                    <a:pt x="364236" y="603631"/>
                  </a:cubicBezTo>
                  <a:cubicBezTo>
                    <a:pt x="354457" y="605536"/>
                    <a:pt x="344551" y="607060"/>
                    <a:pt x="334645" y="608076"/>
                  </a:cubicBezTo>
                  <a:cubicBezTo>
                    <a:pt x="324739" y="609092"/>
                    <a:pt x="314706" y="609600"/>
                    <a:pt x="304800" y="609600"/>
                  </a:cubicBezTo>
                  <a:cubicBezTo>
                    <a:pt x="294894" y="609600"/>
                    <a:pt x="284861" y="609092"/>
                    <a:pt x="274955" y="608076"/>
                  </a:cubicBezTo>
                  <a:cubicBezTo>
                    <a:pt x="265049" y="607060"/>
                    <a:pt x="255143" y="605663"/>
                    <a:pt x="245364" y="603631"/>
                  </a:cubicBezTo>
                  <a:cubicBezTo>
                    <a:pt x="235585" y="601599"/>
                    <a:pt x="225933" y="599313"/>
                    <a:pt x="216408" y="596392"/>
                  </a:cubicBezTo>
                  <a:cubicBezTo>
                    <a:pt x="206883" y="593471"/>
                    <a:pt x="197485" y="590169"/>
                    <a:pt x="188214" y="586359"/>
                  </a:cubicBezTo>
                  <a:cubicBezTo>
                    <a:pt x="178943" y="582549"/>
                    <a:pt x="169926" y="578231"/>
                    <a:pt x="161163" y="573532"/>
                  </a:cubicBezTo>
                  <a:cubicBezTo>
                    <a:pt x="152400" y="568833"/>
                    <a:pt x="143764" y="563753"/>
                    <a:pt x="135509" y="558165"/>
                  </a:cubicBezTo>
                  <a:cubicBezTo>
                    <a:pt x="127253" y="552577"/>
                    <a:pt x="119253" y="546735"/>
                    <a:pt x="111506" y="540385"/>
                  </a:cubicBezTo>
                  <a:cubicBezTo>
                    <a:pt x="103759" y="534035"/>
                    <a:pt x="96393" y="527304"/>
                    <a:pt x="89281" y="520319"/>
                  </a:cubicBezTo>
                  <a:cubicBezTo>
                    <a:pt x="82169" y="513334"/>
                    <a:pt x="75565" y="505841"/>
                    <a:pt x="69215" y="498094"/>
                  </a:cubicBezTo>
                  <a:cubicBezTo>
                    <a:pt x="62865" y="490347"/>
                    <a:pt x="56896" y="482346"/>
                    <a:pt x="51435" y="474091"/>
                  </a:cubicBezTo>
                  <a:cubicBezTo>
                    <a:pt x="45974" y="465836"/>
                    <a:pt x="40767" y="457200"/>
                    <a:pt x="36068" y="448437"/>
                  </a:cubicBezTo>
                  <a:cubicBezTo>
                    <a:pt x="31369" y="439674"/>
                    <a:pt x="27051" y="430657"/>
                    <a:pt x="23241" y="421386"/>
                  </a:cubicBezTo>
                  <a:cubicBezTo>
                    <a:pt x="19431" y="412115"/>
                    <a:pt x="16002" y="402717"/>
                    <a:pt x="13208" y="393192"/>
                  </a:cubicBezTo>
                  <a:cubicBezTo>
                    <a:pt x="10414" y="383667"/>
                    <a:pt x="7874" y="374015"/>
                    <a:pt x="5969" y="364236"/>
                  </a:cubicBezTo>
                  <a:cubicBezTo>
                    <a:pt x="4064" y="354457"/>
                    <a:pt x="2540" y="344551"/>
                    <a:pt x="1524" y="334645"/>
                  </a:cubicBezTo>
                  <a:cubicBezTo>
                    <a:pt x="508" y="324739"/>
                    <a:pt x="0" y="314706"/>
                    <a:pt x="0" y="304800"/>
                  </a:cubicBezTo>
                  <a:cubicBezTo>
                    <a:pt x="0" y="294894"/>
                    <a:pt x="508" y="284861"/>
                    <a:pt x="1524" y="274955"/>
                  </a:cubicBezTo>
                  <a:cubicBezTo>
                    <a:pt x="2540" y="265049"/>
                    <a:pt x="3937" y="255143"/>
                    <a:pt x="5969" y="245364"/>
                  </a:cubicBezTo>
                  <a:cubicBezTo>
                    <a:pt x="8000" y="235585"/>
                    <a:pt x="10286" y="225933"/>
                    <a:pt x="13208" y="216408"/>
                  </a:cubicBezTo>
                  <a:cubicBezTo>
                    <a:pt x="16129" y="206883"/>
                    <a:pt x="19431" y="197485"/>
                    <a:pt x="23241" y="188214"/>
                  </a:cubicBezTo>
                  <a:cubicBezTo>
                    <a:pt x="27051" y="178943"/>
                    <a:pt x="31369" y="169926"/>
                    <a:pt x="36068" y="161163"/>
                  </a:cubicBezTo>
                  <a:cubicBezTo>
                    <a:pt x="40767" y="152400"/>
                    <a:pt x="45847" y="143764"/>
                    <a:pt x="51435" y="135509"/>
                  </a:cubicBezTo>
                  <a:cubicBezTo>
                    <a:pt x="57023" y="127254"/>
                    <a:pt x="62865" y="119253"/>
                    <a:pt x="69215" y="111506"/>
                  </a:cubicBezTo>
                  <a:cubicBezTo>
                    <a:pt x="75565" y="103759"/>
                    <a:pt x="82296" y="96393"/>
                    <a:pt x="89281" y="89281"/>
                  </a:cubicBezTo>
                  <a:cubicBezTo>
                    <a:pt x="96266" y="82169"/>
                    <a:pt x="103759" y="75565"/>
                    <a:pt x="111506" y="69215"/>
                  </a:cubicBezTo>
                  <a:cubicBezTo>
                    <a:pt x="119253" y="62865"/>
                    <a:pt x="127254" y="56896"/>
                    <a:pt x="135509" y="51435"/>
                  </a:cubicBezTo>
                  <a:cubicBezTo>
                    <a:pt x="143764" y="45974"/>
                    <a:pt x="152400" y="40767"/>
                    <a:pt x="161163" y="36068"/>
                  </a:cubicBezTo>
                  <a:cubicBezTo>
                    <a:pt x="169926" y="31369"/>
                    <a:pt x="178943" y="27051"/>
                    <a:pt x="188214" y="23241"/>
                  </a:cubicBezTo>
                  <a:cubicBezTo>
                    <a:pt x="197485" y="19431"/>
                    <a:pt x="206883" y="16002"/>
                    <a:pt x="216408" y="13208"/>
                  </a:cubicBezTo>
                  <a:cubicBezTo>
                    <a:pt x="225933" y="10414"/>
                    <a:pt x="235585" y="7874"/>
                    <a:pt x="245364" y="5969"/>
                  </a:cubicBezTo>
                  <a:cubicBezTo>
                    <a:pt x="255143" y="4064"/>
                    <a:pt x="265049" y="2540"/>
                    <a:pt x="274955" y="1524"/>
                  </a:cubicBezTo>
                  <a:cubicBezTo>
                    <a:pt x="284861" y="508"/>
                    <a:pt x="294894" y="0"/>
                    <a:pt x="304800" y="0"/>
                  </a:cubicBezTo>
                  <a:cubicBezTo>
                    <a:pt x="314706" y="0"/>
                    <a:pt x="324739" y="508"/>
                    <a:pt x="334645" y="1524"/>
                  </a:cubicBezTo>
                  <a:cubicBezTo>
                    <a:pt x="344551" y="2540"/>
                    <a:pt x="354457" y="3937"/>
                    <a:pt x="364236" y="5969"/>
                  </a:cubicBezTo>
                  <a:cubicBezTo>
                    <a:pt x="374015" y="8001"/>
                    <a:pt x="383667" y="10287"/>
                    <a:pt x="393192" y="13208"/>
                  </a:cubicBezTo>
                  <a:cubicBezTo>
                    <a:pt x="402717" y="16129"/>
                    <a:pt x="412115" y="19431"/>
                    <a:pt x="421386" y="23241"/>
                  </a:cubicBezTo>
                  <a:cubicBezTo>
                    <a:pt x="430657" y="27051"/>
                    <a:pt x="439674" y="31369"/>
                    <a:pt x="448437" y="36068"/>
                  </a:cubicBezTo>
                  <a:cubicBezTo>
                    <a:pt x="457200" y="40767"/>
                    <a:pt x="465836" y="45847"/>
                    <a:pt x="474091" y="51435"/>
                  </a:cubicBezTo>
                  <a:cubicBezTo>
                    <a:pt x="482346" y="57023"/>
                    <a:pt x="490347" y="62865"/>
                    <a:pt x="498094" y="69215"/>
                  </a:cubicBezTo>
                  <a:cubicBezTo>
                    <a:pt x="505841" y="75565"/>
                    <a:pt x="513207" y="82296"/>
                    <a:pt x="520192" y="89281"/>
                  </a:cubicBezTo>
                  <a:cubicBezTo>
                    <a:pt x="527177" y="96266"/>
                    <a:pt x="533908" y="103759"/>
                    <a:pt x="540258" y="111506"/>
                  </a:cubicBezTo>
                  <a:cubicBezTo>
                    <a:pt x="546608" y="119253"/>
                    <a:pt x="552577" y="127254"/>
                    <a:pt x="558038" y="135509"/>
                  </a:cubicBezTo>
                  <a:cubicBezTo>
                    <a:pt x="563499" y="143764"/>
                    <a:pt x="568706" y="152400"/>
                    <a:pt x="573405" y="161163"/>
                  </a:cubicBezTo>
                  <a:cubicBezTo>
                    <a:pt x="578104" y="169926"/>
                    <a:pt x="582422" y="178943"/>
                    <a:pt x="586232" y="188214"/>
                  </a:cubicBezTo>
                  <a:cubicBezTo>
                    <a:pt x="590042" y="197485"/>
                    <a:pt x="593471" y="206883"/>
                    <a:pt x="596265" y="216408"/>
                  </a:cubicBezTo>
                  <a:cubicBezTo>
                    <a:pt x="599059" y="225933"/>
                    <a:pt x="601599" y="235585"/>
                    <a:pt x="603504" y="245364"/>
                  </a:cubicBezTo>
                  <a:cubicBezTo>
                    <a:pt x="605409" y="255143"/>
                    <a:pt x="606933" y="265049"/>
                    <a:pt x="607949" y="274955"/>
                  </a:cubicBezTo>
                  <a:cubicBezTo>
                    <a:pt x="608965" y="284861"/>
                    <a:pt x="609473" y="294894"/>
                    <a:pt x="609473" y="304800"/>
                  </a:cubicBezTo>
                  <a:close/>
                </a:path>
              </a:pathLst>
            </a:custGeom>
            <a:solidFill>
              <a:srgbClr val="A855F7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5068969" y="402450"/>
            <a:ext cx="8313266" cy="582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30"/>
              </a:lnSpc>
            </a:pPr>
            <a:r>
              <a:rPr lang="en-US" sz="3735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Sentiment Analysis of Social Media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230022" y="9584407"/>
            <a:ext cx="2066255" cy="244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9"/>
              </a:lnSpc>
            </a:pPr>
            <a:r>
              <a:rPr lang="en-US" sz="1556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Business Intelligence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333788" y="9584407"/>
            <a:ext cx="1652915" cy="244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9"/>
              </a:lnSpc>
            </a:pPr>
            <a:r>
              <a:rPr lang="en-US" sz="1556" spc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Political Analysis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869579" y="1529981"/>
            <a:ext cx="8720102" cy="609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8"/>
              </a:lnSpc>
            </a:pPr>
            <a:r>
              <a:rPr lang="en-US" sz="1556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"Unlocking the power of public opinion through automated analysis of social media posts to determine positive, negative, or neutral sentiment towards brands, topics, and events."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597712" y="9584407"/>
            <a:ext cx="912497" cy="244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9"/>
              </a:lnSpc>
            </a:pPr>
            <a:r>
              <a:rPr lang="en-US" sz="1556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Research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450689" y="3938228"/>
            <a:ext cx="4151992" cy="35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8"/>
              </a:lnSpc>
            </a:pPr>
            <a:r>
              <a:rPr lang="en-US" sz="2334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What is Sentiment Analysis?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094860" y="7872257"/>
            <a:ext cx="2140300" cy="35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8"/>
              </a:lnSpc>
            </a:pPr>
            <a:r>
              <a:rPr lang="en-US" sz="2334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Why It Matters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450689" y="4540583"/>
            <a:ext cx="5353106" cy="826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3"/>
              </a:lnSpc>
            </a:pPr>
            <a:r>
              <a:rPr lang="en-US" sz="14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Sentiment analysis uses natural language processing and machine learning to identify and extract subjective information from text data.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589072" y="5724561"/>
            <a:ext cx="201644" cy="265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9"/>
              </a:lnSpc>
            </a:pPr>
            <a:r>
              <a:rPr lang="en-US" sz="1556">
                <a:solidFill>
                  <a:srgbClr val="2563EB"/>
                </a:solidFill>
                <a:latin typeface="Arimo"/>
                <a:ea typeface="Arimo"/>
                <a:cs typeface="Arimo"/>
                <a:sym typeface="Arimo"/>
              </a:rPr>
              <a:t>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083297" y="5771967"/>
            <a:ext cx="1952554" cy="203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3"/>
              </a:lnSpc>
            </a:pPr>
            <a:r>
              <a:rPr lang="en-US" sz="1245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AI-Powered Text Analysis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834336" y="9973237"/>
            <a:ext cx="2873739" cy="450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67"/>
              </a:lnSpc>
            </a:pPr>
            <a:r>
              <a:rPr lang="en-US" sz="1245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Track brand perception and customer feedback at scale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766042" y="9973237"/>
            <a:ext cx="2811121" cy="450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67"/>
              </a:lnSpc>
            </a:pPr>
            <a:r>
              <a:rPr lang="en-US" sz="1245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Gauge public opinion on policies and candidates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789496" y="9973237"/>
            <a:ext cx="2561508" cy="450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67"/>
              </a:lnSpc>
            </a:pPr>
            <a:r>
              <a:rPr lang="en-US" sz="1245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Study social trends and collective sentiment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124411" y="8900539"/>
            <a:ext cx="241972" cy="339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5"/>
              </a:lnSpc>
            </a:pPr>
            <a:r>
              <a:rPr lang="en-US" sz="186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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010559" y="8900539"/>
            <a:ext cx="272219" cy="339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5"/>
              </a:lnSpc>
            </a:pPr>
            <a:r>
              <a:rPr lang="en-US" sz="186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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926519" y="8900539"/>
            <a:ext cx="241972" cy="339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5"/>
              </a:lnSpc>
            </a:pPr>
            <a:r>
              <a:rPr lang="en-US" sz="186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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2093687" y="1175052"/>
            <a:ext cx="783368" cy="48961"/>
            <a:chOff x="0" y="0"/>
            <a:chExt cx="609600" cy="38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09600" cy="38100"/>
            </a:xfrm>
            <a:custGeom>
              <a:avLst/>
              <a:gdLst/>
              <a:ahLst/>
              <a:cxnLst/>
              <a:rect r="r" b="b" t="t" l="l"/>
              <a:pathLst>
                <a:path h="38100" w="609600">
                  <a:moveTo>
                    <a:pt x="0" y="19050"/>
                  </a:moveTo>
                  <a:cubicBezTo>
                    <a:pt x="0" y="16510"/>
                    <a:pt x="508" y="14097"/>
                    <a:pt x="1397" y="11811"/>
                  </a:cubicBezTo>
                  <a:cubicBezTo>
                    <a:pt x="2286" y="9525"/>
                    <a:pt x="3810" y="7366"/>
                    <a:pt x="5588" y="5588"/>
                  </a:cubicBezTo>
                  <a:cubicBezTo>
                    <a:pt x="7366" y="3810"/>
                    <a:pt x="9398" y="2413"/>
                    <a:pt x="11811" y="1397"/>
                  </a:cubicBezTo>
                  <a:cubicBezTo>
                    <a:pt x="14224" y="381"/>
                    <a:pt x="16510" y="0"/>
                    <a:pt x="19050" y="0"/>
                  </a:cubicBezTo>
                  <a:lnTo>
                    <a:pt x="590550" y="0"/>
                  </a:lnTo>
                  <a:cubicBezTo>
                    <a:pt x="593090" y="0"/>
                    <a:pt x="595503" y="508"/>
                    <a:pt x="597789" y="1397"/>
                  </a:cubicBezTo>
                  <a:cubicBezTo>
                    <a:pt x="600075" y="2286"/>
                    <a:pt x="602234" y="3683"/>
                    <a:pt x="604012" y="5588"/>
                  </a:cubicBezTo>
                  <a:cubicBezTo>
                    <a:pt x="605790" y="7493"/>
                    <a:pt x="607187" y="9398"/>
                    <a:pt x="608203" y="11811"/>
                  </a:cubicBezTo>
                  <a:cubicBezTo>
                    <a:pt x="609219" y="14224"/>
                    <a:pt x="609600" y="16637"/>
                    <a:pt x="609600" y="19050"/>
                  </a:cubicBezTo>
                  <a:cubicBezTo>
                    <a:pt x="609600" y="21463"/>
                    <a:pt x="609092" y="24003"/>
                    <a:pt x="608203" y="26289"/>
                  </a:cubicBezTo>
                  <a:cubicBezTo>
                    <a:pt x="607314" y="28575"/>
                    <a:pt x="605917" y="30734"/>
                    <a:pt x="604012" y="32512"/>
                  </a:cubicBezTo>
                  <a:cubicBezTo>
                    <a:pt x="602107" y="34290"/>
                    <a:pt x="600202" y="35687"/>
                    <a:pt x="597789" y="36703"/>
                  </a:cubicBezTo>
                  <a:cubicBezTo>
                    <a:pt x="595376" y="37719"/>
                    <a:pt x="593090" y="38100"/>
                    <a:pt x="590550" y="38100"/>
                  </a:cubicBezTo>
                  <a:lnTo>
                    <a:pt x="19050" y="38100"/>
                  </a:lnTo>
                  <a:cubicBezTo>
                    <a:pt x="16510" y="38100"/>
                    <a:pt x="14097" y="37592"/>
                    <a:pt x="11811" y="36703"/>
                  </a:cubicBezTo>
                  <a:cubicBezTo>
                    <a:pt x="9525" y="35814"/>
                    <a:pt x="7366" y="34290"/>
                    <a:pt x="5588" y="32512"/>
                  </a:cubicBezTo>
                  <a:cubicBezTo>
                    <a:pt x="3810" y="30734"/>
                    <a:pt x="2413" y="28702"/>
                    <a:pt x="1397" y="26289"/>
                  </a:cubicBezTo>
                  <a:cubicBezTo>
                    <a:pt x="381" y="23876"/>
                    <a:pt x="0" y="21590"/>
                    <a:pt x="0" y="1905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2012082" y="3884196"/>
            <a:ext cx="4667564" cy="2904986"/>
            <a:chOff x="0" y="0"/>
            <a:chExt cx="3632200" cy="2260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73025" y="73025"/>
              <a:ext cx="3486150" cy="2114550"/>
            </a:xfrm>
            <a:custGeom>
              <a:avLst/>
              <a:gdLst/>
              <a:ahLst/>
              <a:cxnLst/>
              <a:rect r="r" b="b" t="t" l="l"/>
              <a:pathLst>
                <a:path h="2114550" w="3486150">
                  <a:moveTo>
                    <a:pt x="0" y="2047875"/>
                  </a:moveTo>
                  <a:lnTo>
                    <a:pt x="0" y="66675"/>
                  </a:ln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lnTo>
                    <a:pt x="3419475" y="0"/>
                  </a:lnTo>
                  <a:cubicBezTo>
                    <a:pt x="3423793" y="0"/>
                    <a:pt x="3428238" y="381"/>
                    <a:pt x="3432429" y="1270"/>
                  </a:cubicBezTo>
                  <a:cubicBezTo>
                    <a:pt x="3436620" y="2159"/>
                    <a:pt x="3440938" y="3429"/>
                    <a:pt x="3444875" y="5080"/>
                  </a:cubicBezTo>
                  <a:cubicBezTo>
                    <a:pt x="3448812" y="6731"/>
                    <a:pt x="3452749" y="8763"/>
                    <a:pt x="3456432" y="11303"/>
                  </a:cubicBezTo>
                  <a:cubicBezTo>
                    <a:pt x="3460115" y="13843"/>
                    <a:pt x="3463417" y="16510"/>
                    <a:pt x="3466592" y="19558"/>
                  </a:cubicBezTo>
                  <a:cubicBezTo>
                    <a:pt x="3469767" y="22606"/>
                    <a:pt x="3472434" y="26035"/>
                    <a:pt x="3474847" y="29718"/>
                  </a:cubicBezTo>
                  <a:cubicBezTo>
                    <a:pt x="3477260" y="33401"/>
                    <a:pt x="3479292" y="37211"/>
                    <a:pt x="3481070" y="41275"/>
                  </a:cubicBezTo>
                  <a:cubicBezTo>
                    <a:pt x="3482847" y="45339"/>
                    <a:pt x="3483991" y="49530"/>
                    <a:pt x="3484880" y="53721"/>
                  </a:cubicBezTo>
                  <a:cubicBezTo>
                    <a:pt x="3485768" y="57912"/>
                    <a:pt x="3486150" y="62357"/>
                    <a:pt x="3486150" y="66675"/>
                  </a:cubicBezTo>
                  <a:lnTo>
                    <a:pt x="3486150" y="2047875"/>
                  </a:lnTo>
                  <a:cubicBezTo>
                    <a:pt x="3486150" y="2052193"/>
                    <a:pt x="3485769" y="2056638"/>
                    <a:pt x="3484880" y="2060829"/>
                  </a:cubicBezTo>
                  <a:cubicBezTo>
                    <a:pt x="3483990" y="2065020"/>
                    <a:pt x="3482720" y="2069338"/>
                    <a:pt x="3481070" y="2073275"/>
                  </a:cubicBezTo>
                  <a:cubicBezTo>
                    <a:pt x="3479419" y="2077212"/>
                    <a:pt x="3477387" y="2081149"/>
                    <a:pt x="3474847" y="2084832"/>
                  </a:cubicBezTo>
                  <a:cubicBezTo>
                    <a:pt x="3472307" y="2088515"/>
                    <a:pt x="3469640" y="2091817"/>
                    <a:pt x="3466592" y="2094992"/>
                  </a:cubicBezTo>
                  <a:cubicBezTo>
                    <a:pt x="3463544" y="2098167"/>
                    <a:pt x="3460115" y="2100834"/>
                    <a:pt x="3456432" y="2103247"/>
                  </a:cubicBezTo>
                  <a:cubicBezTo>
                    <a:pt x="3452749" y="2105660"/>
                    <a:pt x="3448939" y="2107692"/>
                    <a:pt x="3444875" y="2109470"/>
                  </a:cubicBezTo>
                  <a:cubicBezTo>
                    <a:pt x="3440811" y="2111248"/>
                    <a:pt x="3436620" y="2112391"/>
                    <a:pt x="3432429" y="2113280"/>
                  </a:cubicBezTo>
                  <a:cubicBezTo>
                    <a:pt x="3428238" y="2114169"/>
                    <a:pt x="3423793" y="2114550"/>
                    <a:pt x="3419475" y="2114550"/>
                  </a:cubicBezTo>
                  <a:lnTo>
                    <a:pt x="66675" y="2114550"/>
                  </a:lnTo>
                  <a:cubicBezTo>
                    <a:pt x="62357" y="2114550"/>
                    <a:pt x="57912" y="2114169"/>
                    <a:pt x="53721" y="2113280"/>
                  </a:cubicBezTo>
                  <a:cubicBezTo>
                    <a:pt x="49530" y="2112391"/>
                    <a:pt x="45212" y="2111121"/>
                    <a:pt x="41275" y="2109470"/>
                  </a:cubicBezTo>
                  <a:cubicBezTo>
                    <a:pt x="37338" y="2107819"/>
                    <a:pt x="33401" y="2105787"/>
                    <a:pt x="29718" y="2103247"/>
                  </a:cubicBezTo>
                  <a:cubicBezTo>
                    <a:pt x="26035" y="2100707"/>
                    <a:pt x="22733" y="2098040"/>
                    <a:pt x="19558" y="2094992"/>
                  </a:cubicBezTo>
                  <a:cubicBezTo>
                    <a:pt x="16383" y="2091944"/>
                    <a:pt x="13716" y="2088515"/>
                    <a:pt x="11303" y="2084832"/>
                  </a:cubicBezTo>
                  <a:cubicBezTo>
                    <a:pt x="8890" y="2081149"/>
                    <a:pt x="6858" y="2077339"/>
                    <a:pt x="5080" y="2073275"/>
                  </a:cubicBezTo>
                  <a:cubicBezTo>
                    <a:pt x="3302" y="2069211"/>
                    <a:pt x="2159" y="2065020"/>
                    <a:pt x="1270" y="2060829"/>
                  </a:cubicBezTo>
                  <a:cubicBezTo>
                    <a:pt x="381" y="2056638"/>
                    <a:pt x="0" y="2052193"/>
                    <a:pt x="0" y="204787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373" y="63500"/>
              <a:ext cx="3505454" cy="2133727"/>
            </a:xfrm>
            <a:custGeom>
              <a:avLst/>
              <a:gdLst/>
              <a:ahLst/>
              <a:cxnLst/>
              <a:rect r="r" b="b" t="t" l="l"/>
              <a:pathLst>
                <a:path h="2133727" w="3505454">
                  <a:moveTo>
                    <a:pt x="127" y="2057400"/>
                  </a:moveTo>
                  <a:lnTo>
                    <a:pt x="127" y="76200"/>
                  </a:lnTo>
                  <a:lnTo>
                    <a:pt x="9652" y="76200"/>
                  </a:lnTo>
                  <a:lnTo>
                    <a:pt x="127" y="76200"/>
                  </a:lnTo>
                  <a:cubicBezTo>
                    <a:pt x="127" y="71247"/>
                    <a:pt x="635" y="66294"/>
                    <a:pt x="1651" y="61341"/>
                  </a:cubicBezTo>
                  <a:lnTo>
                    <a:pt x="1651" y="61341"/>
                  </a:lnTo>
                  <a:lnTo>
                    <a:pt x="1651" y="61341"/>
                  </a:lnTo>
                  <a:cubicBezTo>
                    <a:pt x="2667" y="56388"/>
                    <a:pt x="4064" y="51689"/>
                    <a:pt x="5969" y="46990"/>
                  </a:cubicBezTo>
                  <a:lnTo>
                    <a:pt x="5969" y="46990"/>
                  </a:lnTo>
                  <a:lnTo>
                    <a:pt x="5969" y="46990"/>
                  </a:lnTo>
                  <a:cubicBezTo>
                    <a:pt x="7874" y="42418"/>
                    <a:pt x="10287" y="37973"/>
                    <a:pt x="12954" y="33782"/>
                  </a:cubicBezTo>
                  <a:lnTo>
                    <a:pt x="20828" y="39116"/>
                  </a:lnTo>
                  <a:lnTo>
                    <a:pt x="12954" y="33782"/>
                  </a:lnTo>
                  <a:cubicBezTo>
                    <a:pt x="15748" y="29591"/>
                    <a:pt x="18923" y="25781"/>
                    <a:pt x="22479" y="22225"/>
                  </a:cubicBezTo>
                  <a:lnTo>
                    <a:pt x="29210" y="28956"/>
                  </a:lnTo>
                  <a:lnTo>
                    <a:pt x="22479" y="22225"/>
                  </a:lnTo>
                  <a:cubicBezTo>
                    <a:pt x="26035" y="18669"/>
                    <a:pt x="29845" y="15494"/>
                    <a:pt x="34036" y="12700"/>
                  </a:cubicBezTo>
                  <a:lnTo>
                    <a:pt x="39370" y="20574"/>
                  </a:lnTo>
                  <a:lnTo>
                    <a:pt x="34036" y="12700"/>
                  </a:lnTo>
                  <a:cubicBezTo>
                    <a:pt x="38227" y="9906"/>
                    <a:pt x="42545" y="7620"/>
                    <a:pt x="47244" y="5715"/>
                  </a:cubicBezTo>
                  <a:lnTo>
                    <a:pt x="47244" y="5715"/>
                  </a:lnTo>
                  <a:lnTo>
                    <a:pt x="47244" y="5715"/>
                  </a:lnTo>
                  <a:cubicBezTo>
                    <a:pt x="51816" y="3810"/>
                    <a:pt x="56642" y="2413"/>
                    <a:pt x="61595" y="1397"/>
                  </a:cubicBezTo>
                  <a:lnTo>
                    <a:pt x="63500" y="10795"/>
                  </a:lnTo>
                  <a:lnTo>
                    <a:pt x="61595" y="1397"/>
                  </a:lnTo>
                  <a:cubicBezTo>
                    <a:pt x="66421" y="508"/>
                    <a:pt x="71374" y="0"/>
                    <a:pt x="76327" y="0"/>
                  </a:cubicBezTo>
                  <a:lnTo>
                    <a:pt x="76327" y="9525"/>
                  </a:lnTo>
                  <a:lnTo>
                    <a:pt x="76327" y="0"/>
                  </a:lnTo>
                  <a:lnTo>
                    <a:pt x="3429127" y="0"/>
                  </a:lnTo>
                  <a:lnTo>
                    <a:pt x="3429127" y="9525"/>
                  </a:lnTo>
                  <a:lnTo>
                    <a:pt x="3429127" y="0"/>
                  </a:lnTo>
                  <a:cubicBezTo>
                    <a:pt x="3434080" y="0"/>
                    <a:pt x="3439033" y="508"/>
                    <a:pt x="3443986" y="1524"/>
                  </a:cubicBezTo>
                  <a:lnTo>
                    <a:pt x="3442081" y="10922"/>
                  </a:lnTo>
                  <a:lnTo>
                    <a:pt x="3443986" y="1524"/>
                  </a:lnTo>
                  <a:cubicBezTo>
                    <a:pt x="3448939" y="2540"/>
                    <a:pt x="3453638" y="3937"/>
                    <a:pt x="3458337" y="5842"/>
                  </a:cubicBezTo>
                  <a:lnTo>
                    <a:pt x="3454654" y="14605"/>
                  </a:lnTo>
                  <a:lnTo>
                    <a:pt x="3458337" y="5842"/>
                  </a:lnTo>
                  <a:cubicBezTo>
                    <a:pt x="3462909" y="7747"/>
                    <a:pt x="3467354" y="10160"/>
                    <a:pt x="3471545" y="12827"/>
                  </a:cubicBezTo>
                  <a:lnTo>
                    <a:pt x="3466211" y="20701"/>
                  </a:lnTo>
                  <a:lnTo>
                    <a:pt x="3471545" y="12827"/>
                  </a:lnTo>
                  <a:cubicBezTo>
                    <a:pt x="3475736" y="15621"/>
                    <a:pt x="3479546" y="18796"/>
                    <a:pt x="3483102" y="22352"/>
                  </a:cubicBezTo>
                  <a:lnTo>
                    <a:pt x="3476371" y="29083"/>
                  </a:lnTo>
                  <a:lnTo>
                    <a:pt x="3483102" y="22352"/>
                  </a:lnTo>
                  <a:cubicBezTo>
                    <a:pt x="3486658" y="25908"/>
                    <a:pt x="3489833" y="29718"/>
                    <a:pt x="3492627" y="33909"/>
                  </a:cubicBezTo>
                  <a:lnTo>
                    <a:pt x="3484753" y="39243"/>
                  </a:lnTo>
                  <a:lnTo>
                    <a:pt x="3492627" y="33909"/>
                  </a:lnTo>
                  <a:cubicBezTo>
                    <a:pt x="3495421" y="38100"/>
                    <a:pt x="3497707" y="42418"/>
                    <a:pt x="3499612" y="47117"/>
                  </a:cubicBezTo>
                  <a:lnTo>
                    <a:pt x="3499612" y="47117"/>
                  </a:lnTo>
                  <a:lnTo>
                    <a:pt x="3499612" y="47117"/>
                  </a:lnTo>
                  <a:cubicBezTo>
                    <a:pt x="3501517" y="51689"/>
                    <a:pt x="3502914" y="56515"/>
                    <a:pt x="3503930" y="61468"/>
                  </a:cubicBezTo>
                  <a:lnTo>
                    <a:pt x="3494532" y="63373"/>
                  </a:lnTo>
                  <a:lnTo>
                    <a:pt x="3503930" y="61468"/>
                  </a:lnTo>
                  <a:cubicBezTo>
                    <a:pt x="3504946" y="66421"/>
                    <a:pt x="3505454" y="71374"/>
                    <a:pt x="3505454" y="76327"/>
                  </a:cubicBezTo>
                  <a:lnTo>
                    <a:pt x="3505454" y="76327"/>
                  </a:lnTo>
                  <a:lnTo>
                    <a:pt x="3505454" y="76327"/>
                  </a:lnTo>
                  <a:lnTo>
                    <a:pt x="3505454" y="2057400"/>
                  </a:lnTo>
                  <a:lnTo>
                    <a:pt x="3505454" y="2057400"/>
                  </a:lnTo>
                  <a:lnTo>
                    <a:pt x="3505454" y="2057400"/>
                  </a:lnTo>
                  <a:cubicBezTo>
                    <a:pt x="3505454" y="2062353"/>
                    <a:pt x="3504946" y="2067306"/>
                    <a:pt x="3503930" y="2072259"/>
                  </a:cubicBezTo>
                  <a:lnTo>
                    <a:pt x="3494532" y="2070354"/>
                  </a:lnTo>
                  <a:lnTo>
                    <a:pt x="3503930" y="2072259"/>
                  </a:lnTo>
                  <a:cubicBezTo>
                    <a:pt x="3502914" y="2077212"/>
                    <a:pt x="3501517" y="2081911"/>
                    <a:pt x="3499612" y="2086610"/>
                  </a:cubicBezTo>
                  <a:lnTo>
                    <a:pt x="3499612" y="2086610"/>
                  </a:lnTo>
                  <a:lnTo>
                    <a:pt x="3499612" y="2086610"/>
                  </a:lnTo>
                  <a:cubicBezTo>
                    <a:pt x="3497707" y="2091182"/>
                    <a:pt x="3495294" y="2095627"/>
                    <a:pt x="3492627" y="2099818"/>
                  </a:cubicBezTo>
                  <a:lnTo>
                    <a:pt x="3492627" y="2099818"/>
                  </a:lnTo>
                  <a:lnTo>
                    <a:pt x="3492627" y="2099818"/>
                  </a:lnTo>
                  <a:cubicBezTo>
                    <a:pt x="3489833" y="2104009"/>
                    <a:pt x="3486658" y="2107819"/>
                    <a:pt x="3483102" y="2111375"/>
                  </a:cubicBezTo>
                  <a:lnTo>
                    <a:pt x="3476371" y="2104644"/>
                  </a:lnTo>
                  <a:lnTo>
                    <a:pt x="3483102" y="2111375"/>
                  </a:lnTo>
                  <a:cubicBezTo>
                    <a:pt x="3479546" y="2114931"/>
                    <a:pt x="3475737" y="2118106"/>
                    <a:pt x="3471545" y="2120900"/>
                  </a:cubicBezTo>
                  <a:lnTo>
                    <a:pt x="3466211" y="2113026"/>
                  </a:lnTo>
                  <a:lnTo>
                    <a:pt x="3471545" y="2120900"/>
                  </a:lnTo>
                  <a:cubicBezTo>
                    <a:pt x="3467355" y="2123694"/>
                    <a:pt x="3463036" y="2125980"/>
                    <a:pt x="3458337" y="2127885"/>
                  </a:cubicBezTo>
                  <a:lnTo>
                    <a:pt x="3454654" y="2119122"/>
                  </a:lnTo>
                  <a:lnTo>
                    <a:pt x="3458337" y="2127885"/>
                  </a:lnTo>
                  <a:cubicBezTo>
                    <a:pt x="3453765" y="2129790"/>
                    <a:pt x="3448939" y="2131187"/>
                    <a:pt x="3443986" y="2132203"/>
                  </a:cubicBezTo>
                  <a:lnTo>
                    <a:pt x="3442081" y="2122805"/>
                  </a:lnTo>
                  <a:lnTo>
                    <a:pt x="3443986" y="2132203"/>
                  </a:lnTo>
                  <a:cubicBezTo>
                    <a:pt x="3439033" y="2133219"/>
                    <a:pt x="3434080" y="2133727"/>
                    <a:pt x="3429127" y="2133727"/>
                  </a:cubicBezTo>
                  <a:lnTo>
                    <a:pt x="3429127" y="2124202"/>
                  </a:lnTo>
                  <a:lnTo>
                    <a:pt x="3429127" y="2133727"/>
                  </a:lnTo>
                  <a:lnTo>
                    <a:pt x="76327" y="2133727"/>
                  </a:lnTo>
                  <a:lnTo>
                    <a:pt x="76327" y="2124202"/>
                  </a:lnTo>
                  <a:lnTo>
                    <a:pt x="76327" y="2133727"/>
                  </a:lnTo>
                  <a:cubicBezTo>
                    <a:pt x="71374" y="2133727"/>
                    <a:pt x="66421" y="2133219"/>
                    <a:pt x="61468" y="2132203"/>
                  </a:cubicBezTo>
                  <a:lnTo>
                    <a:pt x="63373" y="2122805"/>
                  </a:lnTo>
                  <a:lnTo>
                    <a:pt x="61468" y="2132203"/>
                  </a:lnTo>
                  <a:cubicBezTo>
                    <a:pt x="56515" y="2131187"/>
                    <a:pt x="51816" y="2129790"/>
                    <a:pt x="47117" y="2127885"/>
                  </a:cubicBezTo>
                  <a:lnTo>
                    <a:pt x="50800" y="2119122"/>
                  </a:lnTo>
                  <a:lnTo>
                    <a:pt x="47117" y="2127885"/>
                  </a:lnTo>
                  <a:cubicBezTo>
                    <a:pt x="42545" y="2125980"/>
                    <a:pt x="38100" y="2123567"/>
                    <a:pt x="33909" y="2120900"/>
                  </a:cubicBezTo>
                  <a:lnTo>
                    <a:pt x="39243" y="2113026"/>
                  </a:lnTo>
                  <a:lnTo>
                    <a:pt x="33909" y="2120900"/>
                  </a:lnTo>
                  <a:cubicBezTo>
                    <a:pt x="29718" y="2118106"/>
                    <a:pt x="25908" y="2114931"/>
                    <a:pt x="22352" y="2111375"/>
                  </a:cubicBezTo>
                  <a:lnTo>
                    <a:pt x="29083" y="2104644"/>
                  </a:lnTo>
                  <a:lnTo>
                    <a:pt x="22352" y="2111375"/>
                  </a:lnTo>
                  <a:cubicBezTo>
                    <a:pt x="18796" y="2107819"/>
                    <a:pt x="15621" y="2104009"/>
                    <a:pt x="12827" y="2099818"/>
                  </a:cubicBezTo>
                  <a:lnTo>
                    <a:pt x="12827" y="2099818"/>
                  </a:lnTo>
                  <a:lnTo>
                    <a:pt x="12827" y="2099818"/>
                  </a:lnTo>
                  <a:cubicBezTo>
                    <a:pt x="10033" y="2095627"/>
                    <a:pt x="7747" y="2091309"/>
                    <a:pt x="5842" y="2086610"/>
                  </a:cubicBezTo>
                  <a:lnTo>
                    <a:pt x="5842" y="2086610"/>
                  </a:lnTo>
                  <a:lnTo>
                    <a:pt x="5842" y="2086610"/>
                  </a:lnTo>
                  <a:cubicBezTo>
                    <a:pt x="3937" y="2082038"/>
                    <a:pt x="2540" y="2077212"/>
                    <a:pt x="1524" y="2072259"/>
                  </a:cubicBezTo>
                  <a:lnTo>
                    <a:pt x="10922" y="2070354"/>
                  </a:lnTo>
                  <a:lnTo>
                    <a:pt x="1524" y="2072259"/>
                  </a:lnTo>
                  <a:cubicBezTo>
                    <a:pt x="508" y="2067306"/>
                    <a:pt x="0" y="2062353"/>
                    <a:pt x="0" y="2057400"/>
                  </a:cubicBezTo>
                  <a:lnTo>
                    <a:pt x="9525" y="2057400"/>
                  </a:lnTo>
                  <a:lnTo>
                    <a:pt x="127" y="2057400"/>
                  </a:lnTo>
                  <a:moveTo>
                    <a:pt x="19177" y="2057400"/>
                  </a:moveTo>
                  <a:cubicBezTo>
                    <a:pt x="19177" y="2061210"/>
                    <a:pt x="19558" y="2064893"/>
                    <a:pt x="20320" y="2068576"/>
                  </a:cubicBezTo>
                  <a:lnTo>
                    <a:pt x="20320" y="2068576"/>
                  </a:lnTo>
                  <a:lnTo>
                    <a:pt x="20320" y="2068576"/>
                  </a:lnTo>
                  <a:cubicBezTo>
                    <a:pt x="21082" y="2072259"/>
                    <a:pt x="22098" y="2075815"/>
                    <a:pt x="23622" y="2079244"/>
                  </a:cubicBezTo>
                  <a:lnTo>
                    <a:pt x="14859" y="2082927"/>
                  </a:lnTo>
                  <a:lnTo>
                    <a:pt x="23622" y="2079244"/>
                  </a:lnTo>
                  <a:cubicBezTo>
                    <a:pt x="25019" y="2082673"/>
                    <a:pt x="26797" y="2085975"/>
                    <a:pt x="28956" y="2089150"/>
                  </a:cubicBezTo>
                  <a:lnTo>
                    <a:pt x="21082" y="2094484"/>
                  </a:lnTo>
                  <a:lnTo>
                    <a:pt x="28956" y="2089150"/>
                  </a:lnTo>
                  <a:cubicBezTo>
                    <a:pt x="30988" y="2092325"/>
                    <a:pt x="33401" y="2095119"/>
                    <a:pt x="36068" y="2097786"/>
                  </a:cubicBezTo>
                  <a:cubicBezTo>
                    <a:pt x="38735" y="2100453"/>
                    <a:pt x="41656" y="2102866"/>
                    <a:pt x="44704" y="2104898"/>
                  </a:cubicBezTo>
                  <a:lnTo>
                    <a:pt x="44704" y="2104898"/>
                  </a:lnTo>
                  <a:lnTo>
                    <a:pt x="44704" y="2104898"/>
                  </a:lnTo>
                  <a:cubicBezTo>
                    <a:pt x="47879" y="2106930"/>
                    <a:pt x="51054" y="2108708"/>
                    <a:pt x="54610" y="2110232"/>
                  </a:cubicBezTo>
                  <a:lnTo>
                    <a:pt x="54610" y="2110232"/>
                  </a:lnTo>
                  <a:lnTo>
                    <a:pt x="54610" y="2110232"/>
                  </a:lnTo>
                  <a:cubicBezTo>
                    <a:pt x="58039" y="2111629"/>
                    <a:pt x="61595" y="2112772"/>
                    <a:pt x="65278" y="2113534"/>
                  </a:cubicBezTo>
                  <a:cubicBezTo>
                    <a:pt x="68961" y="2114296"/>
                    <a:pt x="72644" y="2114677"/>
                    <a:pt x="76454" y="2114677"/>
                  </a:cubicBezTo>
                  <a:lnTo>
                    <a:pt x="3429127" y="2114677"/>
                  </a:lnTo>
                  <a:cubicBezTo>
                    <a:pt x="3432937" y="2114677"/>
                    <a:pt x="3436620" y="2114296"/>
                    <a:pt x="3440303" y="2113534"/>
                  </a:cubicBezTo>
                  <a:lnTo>
                    <a:pt x="3440303" y="2113534"/>
                  </a:lnTo>
                  <a:lnTo>
                    <a:pt x="3440303" y="2113534"/>
                  </a:lnTo>
                  <a:cubicBezTo>
                    <a:pt x="3443986" y="2112772"/>
                    <a:pt x="3447542" y="2111756"/>
                    <a:pt x="3450971" y="2110232"/>
                  </a:cubicBezTo>
                  <a:lnTo>
                    <a:pt x="3450971" y="2110232"/>
                  </a:lnTo>
                  <a:lnTo>
                    <a:pt x="3450971" y="2110232"/>
                  </a:lnTo>
                  <a:cubicBezTo>
                    <a:pt x="3454400" y="2108835"/>
                    <a:pt x="3457702" y="2107057"/>
                    <a:pt x="3460877" y="2104898"/>
                  </a:cubicBezTo>
                  <a:lnTo>
                    <a:pt x="3460877" y="2104898"/>
                  </a:lnTo>
                  <a:lnTo>
                    <a:pt x="3460877" y="2104898"/>
                  </a:lnTo>
                  <a:cubicBezTo>
                    <a:pt x="3464052" y="2102866"/>
                    <a:pt x="3466846" y="2100453"/>
                    <a:pt x="3469513" y="2097786"/>
                  </a:cubicBezTo>
                  <a:lnTo>
                    <a:pt x="3469513" y="2097786"/>
                  </a:lnTo>
                  <a:lnTo>
                    <a:pt x="3469513" y="2097786"/>
                  </a:lnTo>
                  <a:cubicBezTo>
                    <a:pt x="3472180" y="2095119"/>
                    <a:pt x="3474593" y="2092198"/>
                    <a:pt x="3476625" y="2089150"/>
                  </a:cubicBezTo>
                  <a:lnTo>
                    <a:pt x="3484499" y="2094484"/>
                  </a:lnTo>
                  <a:lnTo>
                    <a:pt x="3476625" y="2089150"/>
                  </a:lnTo>
                  <a:cubicBezTo>
                    <a:pt x="3478657" y="2085975"/>
                    <a:pt x="3480435" y="2082800"/>
                    <a:pt x="3481959" y="2079244"/>
                  </a:cubicBezTo>
                  <a:lnTo>
                    <a:pt x="3490722" y="2082927"/>
                  </a:lnTo>
                  <a:lnTo>
                    <a:pt x="3481959" y="2079244"/>
                  </a:lnTo>
                  <a:cubicBezTo>
                    <a:pt x="3483356" y="2075815"/>
                    <a:pt x="3484499" y="2072259"/>
                    <a:pt x="3485261" y="2068576"/>
                  </a:cubicBezTo>
                  <a:lnTo>
                    <a:pt x="3485261" y="2068576"/>
                  </a:lnTo>
                  <a:lnTo>
                    <a:pt x="3485261" y="2068576"/>
                  </a:lnTo>
                  <a:cubicBezTo>
                    <a:pt x="3486023" y="2064893"/>
                    <a:pt x="3486404" y="2061210"/>
                    <a:pt x="3486404" y="2057400"/>
                  </a:cubicBezTo>
                  <a:lnTo>
                    <a:pt x="3495929" y="2057400"/>
                  </a:lnTo>
                  <a:lnTo>
                    <a:pt x="3486404" y="2057400"/>
                  </a:lnTo>
                  <a:lnTo>
                    <a:pt x="3486404" y="76200"/>
                  </a:lnTo>
                  <a:lnTo>
                    <a:pt x="3495929" y="76200"/>
                  </a:lnTo>
                  <a:lnTo>
                    <a:pt x="3486404" y="76200"/>
                  </a:lnTo>
                  <a:cubicBezTo>
                    <a:pt x="3486404" y="72390"/>
                    <a:pt x="3486023" y="68707"/>
                    <a:pt x="3485261" y="65024"/>
                  </a:cubicBezTo>
                  <a:cubicBezTo>
                    <a:pt x="3484499" y="61341"/>
                    <a:pt x="3483483" y="57785"/>
                    <a:pt x="3481959" y="54356"/>
                  </a:cubicBezTo>
                  <a:lnTo>
                    <a:pt x="3490722" y="50673"/>
                  </a:lnTo>
                  <a:lnTo>
                    <a:pt x="3481959" y="54356"/>
                  </a:lnTo>
                  <a:cubicBezTo>
                    <a:pt x="3480562" y="50927"/>
                    <a:pt x="3478784" y="47625"/>
                    <a:pt x="3476625" y="44450"/>
                  </a:cubicBezTo>
                  <a:cubicBezTo>
                    <a:pt x="3474466" y="41275"/>
                    <a:pt x="3472180" y="38481"/>
                    <a:pt x="3469513" y="35814"/>
                  </a:cubicBezTo>
                  <a:lnTo>
                    <a:pt x="3469513" y="35814"/>
                  </a:lnTo>
                  <a:lnTo>
                    <a:pt x="3469513" y="35814"/>
                  </a:lnTo>
                  <a:cubicBezTo>
                    <a:pt x="3466846" y="33147"/>
                    <a:pt x="3463925" y="30734"/>
                    <a:pt x="3460877" y="28702"/>
                  </a:cubicBezTo>
                  <a:lnTo>
                    <a:pt x="3460877" y="28702"/>
                  </a:lnTo>
                  <a:lnTo>
                    <a:pt x="3460877" y="28702"/>
                  </a:lnTo>
                  <a:cubicBezTo>
                    <a:pt x="3457702" y="26670"/>
                    <a:pt x="3454527" y="24892"/>
                    <a:pt x="3450971" y="23368"/>
                  </a:cubicBezTo>
                  <a:cubicBezTo>
                    <a:pt x="3447415" y="21844"/>
                    <a:pt x="3443986" y="20828"/>
                    <a:pt x="3440303" y="20066"/>
                  </a:cubicBezTo>
                  <a:lnTo>
                    <a:pt x="3440303" y="20066"/>
                  </a:lnTo>
                  <a:lnTo>
                    <a:pt x="3440303" y="20066"/>
                  </a:lnTo>
                  <a:cubicBezTo>
                    <a:pt x="3436620" y="19304"/>
                    <a:pt x="3432937" y="18923"/>
                    <a:pt x="3429127" y="18923"/>
                  </a:cubicBezTo>
                  <a:lnTo>
                    <a:pt x="76327" y="18923"/>
                  </a:lnTo>
                  <a:cubicBezTo>
                    <a:pt x="72517" y="18923"/>
                    <a:pt x="68834" y="19304"/>
                    <a:pt x="65151" y="20066"/>
                  </a:cubicBezTo>
                  <a:lnTo>
                    <a:pt x="65151" y="20066"/>
                  </a:lnTo>
                  <a:lnTo>
                    <a:pt x="65151" y="20066"/>
                  </a:lnTo>
                  <a:cubicBezTo>
                    <a:pt x="61468" y="20828"/>
                    <a:pt x="57912" y="21844"/>
                    <a:pt x="54483" y="23368"/>
                  </a:cubicBezTo>
                  <a:lnTo>
                    <a:pt x="50800" y="14605"/>
                  </a:lnTo>
                  <a:lnTo>
                    <a:pt x="54483" y="23368"/>
                  </a:lnTo>
                  <a:cubicBezTo>
                    <a:pt x="51054" y="24765"/>
                    <a:pt x="47752" y="26543"/>
                    <a:pt x="44577" y="28702"/>
                  </a:cubicBezTo>
                  <a:lnTo>
                    <a:pt x="44577" y="28702"/>
                  </a:lnTo>
                  <a:lnTo>
                    <a:pt x="44577" y="28702"/>
                  </a:lnTo>
                  <a:cubicBezTo>
                    <a:pt x="41402" y="30734"/>
                    <a:pt x="38608" y="33147"/>
                    <a:pt x="35941" y="35814"/>
                  </a:cubicBezTo>
                  <a:cubicBezTo>
                    <a:pt x="33274" y="38481"/>
                    <a:pt x="30861" y="41402"/>
                    <a:pt x="28829" y="44450"/>
                  </a:cubicBezTo>
                  <a:cubicBezTo>
                    <a:pt x="26797" y="47498"/>
                    <a:pt x="25019" y="50800"/>
                    <a:pt x="23495" y="54356"/>
                  </a:cubicBezTo>
                  <a:lnTo>
                    <a:pt x="14732" y="50673"/>
                  </a:lnTo>
                  <a:lnTo>
                    <a:pt x="23495" y="54356"/>
                  </a:lnTo>
                  <a:cubicBezTo>
                    <a:pt x="22098" y="57785"/>
                    <a:pt x="20955" y="61341"/>
                    <a:pt x="20193" y="65024"/>
                  </a:cubicBezTo>
                  <a:lnTo>
                    <a:pt x="10795" y="63119"/>
                  </a:lnTo>
                  <a:lnTo>
                    <a:pt x="20193" y="65024"/>
                  </a:lnTo>
                  <a:cubicBezTo>
                    <a:pt x="19431" y="68707"/>
                    <a:pt x="19050" y="72390"/>
                    <a:pt x="19050" y="76200"/>
                  </a:cubicBezTo>
                  <a:lnTo>
                    <a:pt x="19050" y="2057400"/>
                  </a:lnTo>
                  <a:close/>
                </a:path>
              </a:pathLst>
            </a:custGeom>
            <a:solidFill>
              <a:srgbClr val="FECACA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73050" y="1263650"/>
              <a:ext cx="3086100" cy="533400"/>
            </a:xfrm>
            <a:custGeom>
              <a:avLst/>
              <a:gdLst/>
              <a:ahLst/>
              <a:cxnLst/>
              <a:rect r="r" b="b" t="t" l="l"/>
              <a:pathLst>
                <a:path h="533400" w="3086100">
                  <a:moveTo>
                    <a:pt x="0" y="495300"/>
                  </a:moveTo>
                  <a:lnTo>
                    <a:pt x="0" y="38100"/>
                  </a:lnTo>
                  <a:cubicBezTo>
                    <a:pt x="0" y="33020"/>
                    <a:pt x="1016" y="28194"/>
                    <a:pt x="2921" y="23495"/>
                  </a:cubicBezTo>
                  <a:cubicBezTo>
                    <a:pt x="4826" y="18796"/>
                    <a:pt x="7620" y="14732"/>
                    <a:pt x="11176" y="11176"/>
                  </a:cubicBezTo>
                  <a:cubicBezTo>
                    <a:pt x="14732" y="7620"/>
                    <a:pt x="18923" y="4826"/>
                    <a:pt x="23495" y="2921"/>
                  </a:cubicBezTo>
                  <a:cubicBezTo>
                    <a:pt x="28067" y="1016"/>
                    <a:pt x="33020" y="0"/>
                    <a:pt x="38100" y="0"/>
                  </a:cubicBezTo>
                  <a:lnTo>
                    <a:pt x="3048000" y="0"/>
                  </a:lnTo>
                  <a:cubicBezTo>
                    <a:pt x="3053080" y="0"/>
                    <a:pt x="3057906" y="1016"/>
                    <a:pt x="3062605" y="2921"/>
                  </a:cubicBezTo>
                  <a:cubicBezTo>
                    <a:pt x="3067304" y="4826"/>
                    <a:pt x="3071368" y="7620"/>
                    <a:pt x="3074924" y="11176"/>
                  </a:cubicBezTo>
                  <a:cubicBezTo>
                    <a:pt x="3078480" y="14732"/>
                    <a:pt x="3081274" y="18923"/>
                    <a:pt x="3083179" y="23495"/>
                  </a:cubicBezTo>
                  <a:cubicBezTo>
                    <a:pt x="3085084" y="28067"/>
                    <a:pt x="3086100" y="33020"/>
                    <a:pt x="3086100" y="38100"/>
                  </a:cubicBezTo>
                  <a:lnTo>
                    <a:pt x="3086100" y="495300"/>
                  </a:lnTo>
                  <a:cubicBezTo>
                    <a:pt x="3086100" y="500380"/>
                    <a:pt x="3085084" y="505206"/>
                    <a:pt x="3083179" y="509905"/>
                  </a:cubicBezTo>
                  <a:cubicBezTo>
                    <a:pt x="3081274" y="514604"/>
                    <a:pt x="3078480" y="518668"/>
                    <a:pt x="3074924" y="522224"/>
                  </a:cubicBezTo>
                  <a:cubicBezTo>
                    <a:pt x="3071368" y="525780"/>
                    <a:pt x="3067177" y="528574"/>
                    <a:pt x="3062605" y="530479"/>
                  </a:cubicBezTo>
                  <a:cubicBezTo>
                    <a:pt x="3058033" y="532384"/>
                    <a:pt x="3053080" y="533400"/>
                    <a:pt x="3048000" y="533400"/>
                  </a:cubicBezTo>
                  <a:lnTo>
                    <a:pt x="38100" y="533400"/>
                  </a:lnTo>
                  <a:cubicBezTo>
                    <a:pt x="33020" y="533400"/>
                    <a:pt x="28194" y="532384"/>
                    <a:pt x="23495" y="530479"/>
                  </a:cubicBezTo>
                  <a:cubicBezTo>
                    <a:pt x="18796" y="528574"/>
                    <a:pt x="14732" y="525780"/>
                    <a:pt x="11176" y="522224"/>
                  </a:cubicBezTo>
                  <a:cubicBezTo>
                    <a:pt x="7620" y="518668"/>
                    <a:pt x="4826" y="514477"/>
                    <a:pt x="2921" y="509905"/>
                  </a:cubicBezTo>
                  <a:cubicBezTo>
                    <a:pt x="1016" y="505333"/>
                    <a:pt x="0" y="500380"/>
                    <a:pt x="0" y="495300"/>
                  </a:cubicBezTo>
                  <a:close/>
                </a:path>
              </a:pathLst>
            </a:custGeom>
            <a:solidFill>
              <a:srgbClr val="FEF2F2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73304" y="273177"/>
              <a:ext cx="304546" cy="304546"/>
            </a:xfrm>
            <a:custGeom>
              <a:avLst/>
              <a:gdLst/>
              <a:ahLst/>
              <a:cxnLst/>
              <a:rect r="r" b="b" t="t" l="l"/>
              <a:pathLst>
                <a:path h="304546" w="304546">
                  <a:moveTo>
                    <a:pt x="304546" y="152273"/>
                  </a:moveTo>
                  <a:cubicBezTo>
                    <a:pt x="304546" y="162306"/>
                    <a:pt x="303530" y="172212"/>
                    <a:pt x="301625" y="181991"/>
                  </a:cubicBezTo>
                  <a:cubicBezTo>
                    <a:pt x="299720" y="191770"/>
                    <a:pt x="296799" y="201295"/>
                    <a:pt x="292989" y="210566"/>
                  </a:cubicBezTo>
                  <a:cubicBezTo>
                    <a:pt x="289179" y="219837"/>
                    <a:pt x="284480" y="228600"/>
                    <a:pt x="278892" y="236855"/>
                  </a:cubicBezTo>
                  <a:cubicBezTo>
                    <a:pt x="273304" y="245110"/>
                    <a:pt x="266954" y="252857"/>
                    <a:pt x="259969" y="259969"/>
                  </a:cubicBezTo>
                  <a:cubicBezTo>
                    <a:pt x="252984" y="267081"/>
                    <a:pt x="245237" y="273304"/>
                    <a:pt x="236855" y="278892"/>
                  </a:cubicBezTo>
                  <a:cubicBezTo>
                    <a:pt x="228473" y="284480"/>
                    <a:pt x="219710" y="289179"/>
                    <a:pt x="210566" y="292989"/>
                  </a:cubicBezTo>
                  <a:cubicBezTo>
                    <a:pt x="201422" y="296799"/>
                    <a:pt x="191770" y="299720"/>
                    <a:pt x="181991" y="301625"/>
                  </a:cubicBezTo>
                  <a:cubicBezTo>
                    <a:pt x="172212" y="303530"/>
                    <a:pt x="162306" y="304546"/>
                    <a:pt x="152273" y="304546"/>
                  </a:cubicBezTo>
                  <a:cubicBezTo>
                    <a:pt x="142240" y="304546"/>
                    <a:pt x="132334" y="303530"/>
                    <a:pt x="122555" y="301625"/>
                  </a:cubicBezTo>
                  <a:cubicBezTo>
                    <a:pt x="112776" y="299720"/>
                    <a:pt x="103251" y="296799"/>
                    <a:pt x="93980" y="292989"/>
                  </a:cubicBezTo>
                  <a:cubicBezTo>
                    <a:pt x="84709" y="289179"/>
                    <a:pt x="75946" y="284480"/>
                    <a:pt x="67691" y="278892"/>
                  </a:cubicBezTo>
                  <a:cubicBezTo>
                    <a:pt x="59436" y="273304"/>
                    <a:pt x="51689" y="266954"/>
                    <a:pt x="44577" y="259969"/>
                  </a:cubicBezTo>
                  <a:cubicBezTo>
                    <a:pt x="37465" y="252984"/>
                    <a:pt x="31242" y="245237"/>
                    <a:pt x="25654" y="236855"/>
                  </a:cubicBezTo>
                  <a:cubicBezTo>
                    <a:pt x="20066" y="228473"/>
                    <a:pt x="15367" y="219710"/>
                    <a:pt x="11557" y="210566"/>
                  </a:cubicBezTo>
                  <a:cubicBezTo>
                    <a:pt x="7747" y="201422"/>
                    <a:pt x="4826" y="191770"/>
                    <a:pt x="2921" y="181991"/>
                  </a:cubicBezTo>
                  <a:cubicBezTo>
                    <a:pt x="1016" y="172212"/>
                    <a:pt x="0" y="162306"/>
                    <a:pt x="0" y="152273"/>
                  </a:cubicBezTo>
                  <a:cubicBezTo>
                    <a:pt x="0" y="142240"/>
                    <a:pt x="1016" y="132334"/>
                    <a:pt x="2921" y="122555"/>
                  </a:cubicBezTo>
                  <a:cubicBezTo>
                    <a:pt x="4826" y="112776"/>
                    <a:pt x="7747" y="103251"/>
                    <a:pt x="11557" y="93980"/>
                  </a:cubicBezTo>
                  <a:cubicBezTo>
                    <a:pt x="15367" y="84709"/>
                    <a:pt x="20066" y="75946"/>
                    <a:pt x="25654" y="67691"/>
                  </a:cubicBezTo>
                  <a:cubicBezTo>
                    <a:pt x="31242" y="59436"/>
                    <a:pt x="37592" y="51689"/>
                    <a:pt x="44577" y="44577"/>
                  </a:cubicBezTo>
                  <a:cubicBezTo>
                    <a:pt x="51562" y="37465"/>
                    <a:pt x="59309" y="31242"/>
                    <a:pt x="67691" y="25654"/>
                  </a:cubicBezTo>
                  <a:cubicBezTo>
                    <a:pt x="76073" y="20066"/>
                    <a:pt x="84836" y="15367"/>
                    <a:pt x="93980" y="11557"/>
                  </a:cubicBezTo>
                  <a:cubicBezTo>
                    <a:pt x="103124" y="7747"/>
                    <a:pt x="112776" y="4826"/>
                    <a:pt x="122555" y="2921"/>
                  </a:cubicBezTo>
                  <a:cubicBezTo>
                    <a:pt x="132334" y="1016"/>
                    <a:pt x="142240" y="0"/>
                    <a:pt x="152273" y="0"/>
                  </a:cubicBezTo>
                  <a:cubicBezTo>
                    <a:pt x="162306" y="0"/>
                    <a:pt x="172212" y="1016"/>
                    <a:pt x="181991" y="2921"/>
                  </a:cubicBezTo>
                  <a:cubicBezTo>
                    <a:pt x="191770" y="4826"/>
                    <a:pt x="201295" y="7747"/>
                    <a:pt x="210566" y="11557"/>
                  </a:cubicBezTo>
                  <a:cubicBezTo>
                    <a:pt x="219837" y="15367"/>
                    <a:pt x="228600" y="20066"/>
                    <a:pt x="236855" y="25654"/>
                  </a:cubicBezTo>
                  <a:cubicBezTo>
                    <a:pt x="245110" y="31242"/>
                    <a:pt x="252857" y="37592"/>
                    <a:pt x="259969" y="44577"/>
                  </a:cubicBezTo>
                  <a:cubicBezTo>
                    <a:pt x="267081" y="51562"/>
                    <a:pt x="273304" y="59309"/>
                    <a:pt x="278892" y="67691"/>
                  </a:cubicBezTo>
                  <a:cubicBezTo>
                    <a:pt x="284480" y="76073"/>
                    <a:pt x="289179" y="84836"/>
                    <a:pt x="292989" y="93980"/>
                  </a:cubicBezTo>
                  <a:cubicBezTo>
                    <a:pt x="296799" y="103124"/>
                    <a:pt x="299720" y="112776"/>
                    <a:pt x="301625" y="122555"/>
                  </a:cubicBezTo>
                  <a:cubicBezTo>
                    <a:pt x="303530" y="132334"/>
                    <a:pt x="304546" y="142240"/>
                    <a:pt x="304546" y="152273"/>
                  </a:cubicBez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2012082" y="7017668"/>
            <a:ext cx="7066629" cy="3639393"/>
            <a:chOff x="0" y="0"/>
            <a:chExt cx="5499100" cy="2832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73025" y="73025"/>
              <a:ext cx="5353050" cy="2686050"/>
            </a:xfrm>
            <a:custGeom>
              <a:avLst/>
              <a:gdLst/>
              <a:ahLst/>
              <a:cxnLst/>
              <a:rect r="r" b="b" t="t" l="l"/>
              <a:pathLst>
                <a:path h="2686050" w="5353050">
                  <a:moveTo>
                    <a:pt x="0" y="2619375"/>
                  </a:moveTo>
                  <a:lnTo>
                    <a:pt x="0" y="66675"/>
                  </a:ln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lnTo>
                    <a:pt x="5286375" y="0"/>
                  </a:lnTo>
                  <a:cubicBezTo>
                    <a:pt x="5290693" y="0"/>
                    <a:pt x="5295138" y="381"/>
                    <a:pt x="5299329" y="1270"/>
                  </a:cubicBezTo>
                  <a:cubicBezTo>
                    <a:pt x="5303520" y="2159"/>
                    <a:pt x="5307838" y="3429"/>
                    <a:pt x="5311775" y="5080"/>
                  </a:cubicBezTo>
                  <a:cubicBezTo>
                    <a:pt x="5315712" y="6731"/>
                    <a:pt x="5319649" y="8763"/>
                    <a:pt x="5323332" y="11303"/>
                  </a:cubicBezTo>
                  <a:cubicBezTo>
                    <a:pt x="5327015" y="13843"/>
                    <a:pt x="5330317" y="16510"/>
                    <a:pt x="5333492" y="19558"/>
                  </a:cubicBezTo>
                  <a:cubicBezTo>
                    <a:pt x="5336667" y="22606"/>
                    <a:pt x="5339334" y="26035"/>
                    <a:pt x="5341747" y="29718"/>
                  </a:cubicBezTo>
                  <a:cubicBezTo>
                    <a:pt x="5344160" y="33401"/>
                    <a:pt x="5346192" y="37211"/>
                    <a:pt x="5347970" y="41275"/>
                  </a:cubicBezTo>
                  <a:cubicBezTo>
                    <a:pt x="5349747" y="45339"/>
                    <a:pt x="5350891" y="49530"/>
                    <a:pt x="5351780" y="53721"/>
                  </a:cubicBezTo>
                  <a:cubicBezTo>
                    <a:pt x="5352668" y="57912"/>
                    <a:pt x="5353050" y="62357"/>
                    <a:pt x="5353050" y="66675"/>
                  </a:cubicBezTo>
                  <a:lnTo>
                    <a:pt x="5353050" y="2619375"/>
                  </a:lnTo>
                  <a:cubicBezTo>
                    <a:pt x="5353050" y="2623693"/>
                    <a:pt x="5352669" y="2628138"/>
                    <a:pt x="5351780" y="2632329"/>
                  </a:cubicBezTo>
                  <a:cubicBezTo>
                    <a:pt x="5350890" y="2636520"/>
                    <a:pt x="5349620" y="2640838"/>
                    <a:pt x="5347970" y="2644775"/>
                  </a:cubicBezTo>
                  <a:cubicBezTo>
                    <a:pt x="5346319" y="2648712"/>
                    <a:pt x="5344287" y="2652649"/>
                    <a:pt x="5341747" y="2656332"/>
                  </a:cubicBezTo>
                  <a:cubicBezTo>
                    <a:pt x="5339207" y="2660015"/>
                    <a:pt x="5336540" y="2663317"/>
                    <a:pt x="5333492" y="2666492"/>
                  </a:cubicBezTo>
                  <a:cubicBezTo>
                    <a:pt x="5330444" y="2669667"/>
                    <a:pt x="5327015" y="2672334"/>
                    <a:pt x="5323332" y="2674747"/>
                  </a:cubicBezTo>
                  <a:cubicBezTo>
                    <a:pt x="5319649" y="2677160"/>
                    <a:pt x="5315839" y="2679192"/>
                    <a:pt x="5311775" y="2680970"/>
                  </a:cubicBezTo>
                  <a:cubicBezTo>
                    <a:pt x="5307711" y="2682748"/>
                    <a:pt x="5303520" y="2683891"/>
                    <a:pt x="5299329" y="2684780"/>
                  </a:cubicBezTo>
                  <a:cubicBezTo>
                    <a:pt x="5295138" y="2685669"/>
                    <a:pt x="5290693" y="2686050"/>
                    <a:pt x="5286375" y="2686050"/>
                  </a:cubicBezTo>
                  <a:lnTo>
                    <a:pt x="66675" y="2686050"/>
                  </a:lnTo>
                  <a:cubicBezTo>
                    <a:pt x="62357" y="2686050"/>
                    <a:pt x="57912" y="2685669"/>
                    <a:pt x="53721" y="2684780"/>
                  </a:cubicBezTo>
                  <a:cubicBezTo>
                    <a:pt x="49530" y="2683891"/>
                    <a:pt x="45212" y="2682621"/>
                    <a:pt x="41275" y="2680970"/>
                  </a:cubicBezTo>
                  <a:cubicBezTo>
                    <a:pt x="37338" y="2679319"/>
                    <a:pt x="33401" y="2677287"/>
                    <a:pt x="29718" y="2674747"/>
                  </a:cubicBezTo>
                  <a:cubicBezTo>
                    <a:pt x="26035" y="2672207"/>
                    <a:pt x="22733" y="2669540"/>
                    <a:pt x="19558" y="2666492"/>
                  </a:cubicBezTo>
                  <a:cubicBezTo>
                    <a:pt x="16383" y="2663444"/>
                    <a:pt x="13716" y="2660015"/>
                    <a:pt x="11303" y="2656332"/>
                  </a:cubicBezTo>
                  <a:cubicBezTo>
                    <a:pt x="8890" y="2652649"/>
                    <a:pt x="6858" y="2648839"/>
                    <a:pt x="5080" y="2644775"/>
                  </a:cubicBezTo>
                  <a:cubicBezTo>
                    <a:pt x="3302" y="2640711"/>
                    <a:pt x="2159" y="2636520"/>
                    <a:pt x="1270" y="2632329"/>
                  </a:cubicBezTo>
                  <a:cubicBezTo>
                    <a:pt x="381" y="2628138"/>
                    <a:pt x="0" y="2623693"/>
                    <a:pt x="0" y="2619375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3373" y="63500"/>
              <a:ext cx="5372354" cy="2705227"/>
            </a:xfrm>
            <a:custGeom>
              <a:avLst/>
              <a:gdLst/>
              <a:ahLst/>
              <a:cxnLst/>
              <a:rect r="r" b="b" t="t" l="l"/>
              <a:pathLst>
                <a:path h="2705227" w="5372354">
                  <a:moveTo>
                    <a:pt x="127" y="2628900"/>
                  </a:moveTo>
                  <a:lnTo>
                    <a:pt x="127" y="76200"/>
                  </a:lnTo>
                  <a:lnTo>
                    <a:pt x="9652" y="76200"/>
                  </a:lnTo>
                  <a:lnTo>
                    <a:pt x="127" y="76200"/>
                  </a:lnTo>
                  <a:cubicBezTo>
                    <a:pt x="127" y="71247"/>
                    <a:pt x="635" y="66294"/>
                    <a:pt x="1651" y="61341"/>
                  </a:cubicBezTo>
                  <a:lnTo>
                    <a:pt x="1651" y="61341"/>
                  </a:lnTo>
                  <a:lnTo>
                    <a:pt x="1651" y="61341"/>
                  </a:lnTo>
                  <a:cubicBezTo>
                    <a:pt x="2667" y="56388"/>
                    <a:pt x="4064" y="51689"/>
                    <a:pt x="5969" y="46990"/>
                  </a:cubicBezTo>
                  <a:lnTo>
                    <a:pt x="5969" y="46990"/>
                  </a:lnTo>
                  <a:lnTo>
                    <a:pt x="5969" y="46990"/>
                  </a:lnTo>
                  <a:cubicBezTo>
                    <a:pt x="7874" y="42418"/>
                    <a:pt x="10287" y="37973"/>
                    <a:pt x="12954" y="33782"/>
                  </a:cubicBezTo>
                  <a:lnTo>
                    <a:pt x="20828" y="39116"/>
                  </a:lnTo>
                  <a:lnTo>
                    <a:pt x="12954" y="33782"/>
                  </a:lnTo>
                  <a:cubicBezTo>
                    <a:pt x="15748" y="29591"/>
                    <a:pt x="18923" y="25781"/>
                    <a:pt x="22479" y="22225"/>
                  </a:cubicBezTo>
                  <a:lnTo>
                    <a:pt x="29210" y="28956"/>
                  </a:lnTo>
                  <a:lnTo>
                    <a:pt x="22479" y="22225"/>
                  </a:lnTo>
                  <a:cubicBezTo>
                    <a:pt x="26035" y="18669"/>
                    <a:pt x="29845" y="15494"/>
                    <a:pt x="34036" y="12700"/>
                  </a:cubicBezTo>
                  <a:lnTo>
                    <a:pt x="39370" y="20574"/>
                  </a:lnTo>
                  <a:lnTo>
                    <a:pt x="34036" y="12700"/>
                  </a:lnTo>
                  <a:cubicBezTo>
                    <a:pt x="38227" y="9906"/>
                    <a:pt x="42545" y="7620"/>
                    <a:pt x="47244" y="5715"/>
                  </a:cubicBezTo>
                  <a:lnTo>
                    <a:pt x="47244" y="5715"/>
                  </a:lnTo>
                  <a:lnTo>
                    <a:pt x="47244" y="5715"/>
                  </a:lnTo>
                  <a:cubicBezTo>
                    <a:pt x="51816" y="3810"/>
                    <a:pt x="56642" y="2413"/>
                    <a:pt x="61595" y="1397"/>
                  </a:cubicBezTo>
                  <a:lnTo>
                    <a:pt x="63500" y="10795"/>
                  </a:lnTo>
                  <a:lnTo>
                    <a:pt x="61595" y="1397"/>
                  </a:lnTo>
                  <a:cubicBezTo>
                    <a:pt x="66421" y="508"/>
                    <a:pt x="71374" y="0"/>
                    <a:pt x="76327" y="0"/>
                  </a:cubicBezTo>
                  <a:lnTo>
                    <a:pt x="76327" y="9525"/>
                  </a:lnTo>
                  <a:lnTo>
                    <a:pt x="76327" y="0"/>
                  </a:lnTo>
                  <a:lnTo>
                    <a:pt x="5296027" y="0"/>
                  </a:lnTo>
                  <a:lnTo>
                    <a:pt x="5296027" y="9525"/>
                  </a:lnTo>
                  <a:lnTo>
                    <a:pt x="5296027" y="0"/>
                  </a:lnTo>
                  <a:cubicBezTo>
                    <a:pt x="5300980" y="0"/>
                    <a:pt x="5305933" y="508"/>
                    <a:pt x="5310886" y="1524"/>
                  </a:cubicBezTo>
                  <a:lnTo>
                    <a:pt x="5310886" y="1524"/>
                  </a:lnTo>
                  <a:lnTo>
                    <a:pt x="5310886" y="1524"/>
                  </a:lnTo>
                  <a:cubicBezTo>
                    <a:pt x="5315839" y="2540"/>
                    <a:pt x="5320538" y="3937"/>
                    <a:pt x="5325237" y="5842"/>
                  </a:cubicBezTo>
                  <a:lnTo>
                    <a:pt x="5325237" y="5842"/>
                  </a:lnTo>
                  <a:lnTo>
                    <a:pt x="5325237" y="5842"/>
                  </a:lnTo>
                  <a:cubicBezTo>
                    <a:pt x="5329809" y="7747"/>
                    <a:pt x="5334254" y="10160"/>
                    <a:pt x="5338445" y="12827"/>
                  </a:cubicBezTo>
                  <a:lnTo>
                    <a:pt x="5333111" y="20701"/>
                  </a:lnTo>
                  <a:lnTo>
                    <a:pt x="5338445" y="12827"/>
                  </a:lnTo>
                  <a:cubicBezTo>
                    <a:pt x="5342636" y="15621"/>
                    <a:pt x="5346446" y="18796"/>
                    <a:pt x="5350002" y="22352"/>
                  </a:cubicBezTo>
                  <a:lnTo>
                    <a:pt x="5343271" y="29083"/>
                  </a:lnTo>
                  <a:lnTo>
                    <a:pt x="5350002" y="22352"/>
                  </a:lnTo>
                  <a:cubicBezTo>
                    <a:pt x="5353558" y="25908"/>
                    <a:pt x="5356733" y="29718"/>
                    <a:pt x="5359527" y="33909"/>
                  </a:cubicBezTo>
                  <a:lnTo>
                    <a:pt x="5351653" y="39243"/>
                  </a:lnTo>
                  <a:lnTo>
                    <a:pt x="5359527" y="33909"/>
                  </a:lnTo>
                  <a:cubicBezTo>
                    <a:pt x="5362321" y="38100"/>
                    <a:pt x="5364607" y="42418"/>
                    <a:pt x="5366512" y="47117"/>
                  </a:cubicBezTo>
                  <a:lnTo>
                    <a:pt x="5357749" y="50800"/>
                  </a:lnTo>
                  <a:lnTo>
                    <a:pt x="5366512" y="47117"/>
                  </a:lnTo>
                  <a:cubicBezTo>
                    <a:pt x="5368417" y="51689"/>
                    <a:pt x="5369814" y="56515"/>
                    <a:pt x="5370830" y="61468"/>
                  </a:cubicBezTo>
                  <a:lnTo>
                    <a:pt x="5370830" y="61468"/>
                  </a:lnTo>
                  <a:lnTo>
                    <a:pt x="5370830" y="61468"/>
                  </a:lnTo>
                  <a:cubicBezTo>
                    <a:pt x="5371846" y="66421"/>
                    <a:pt x="5372354" y="71374"/>
                    <a:pt x="5372354" y="76327"/>
                  </a:cubicBezTo>
                  <a:lnTo>
                    <a:pt x="5362829" y="76327"/>
                  </a:lnTo>
                  <a:lnTo>
                    <a:pt x="5372354" y="76327"/>
                  </a:lnTo>
                  <a:lnTo>
                    <a:pt x="5372354" y="2628900"/>
                  </a:lnTo>
                  <a:lnTo>
                    <a:pt x="5362829" y="2628900"/>
                  </a:lnTo>
                  <a:lnTo>
                    <a:pt x="5372354" y="2628900"/>
                  </a:lnTo>
                  <a:cubicBezTo>
                    <a:pt x="5372354" y="2633853"/>
                    <a:pt x="5371846" y="2638806"/>
                    <a:pt x="5370830" y="2643759"/>
                  </a:cubicBezTo>
                  <a:lnTo>
                    <a:pt x="5361432" y="2641854"/>
                  </a:lnTo>
                  <a:lnTo>
                    <a:pt x="5370830" y="2643759"/>
                  </a:lnTo>
                  <a:cubicBezTo>
                    <a:pt x="5369814" y="2648712"/>
                    <a:pt x="5368417" y="2653411"/>
                    <a:pt x="5366512" y="2658110"/>
                  </a:cubicBezTo>
                  <a:lnTo>
                    <a:pt x="5366512" y="2658110"/>
                  </a:lnTo>
                  <a:lnTo>
                    <a:pt x="5366512" y="2658110"/>
                  </a:lnTo>
                  <a:cubicBezTo>
                    <a:pt x="5364607" y="2662682"/>
                    <a:pt x="5362194" y="2667127"/>
                    <a:pt x="5359527" y="2671318"/>
                  </a:cubicBezTo>
                  <a:lnTo>
                    <a:pt x="5351653" y="2665984"/>
                  </a:lnTo>
                  <a:lnTo>
                    <a:pt x="5359527" y="2671318"/>
                  </a:lnTo>
                  <a:cubicBezTo>
                    <a:pt x="5356733" y="2675509"/>
                    <a:pt x="5353558" y="2679319"/>
                    <a:pt x="5350002" y="2682875"/>
                  </a:cubicBezTo>
                  <a:lnTo>
                    <a:pt x="5350002" y="2682875"/>
                  </a:lnTo>
                  <a:lnTo>
                    <a:pt x="5350002" y="2682875"/>
                  </a:lnTo>
                  <a:cubicBezTo>
                    <a:pt x="5346446" y="2686431"/>
                    <a:pt x="5342637" y="2689606"/>
                    <a:pt x="5338445" y="2692400"/>
                  </a:cubicBezTo>
                  <a:lnTo>
                    <a:pt x="5333111" y="2684526"/>
                  </a:lnTo>
                  <a:lnTo>
                    <a:pt x="5338445" y="2692400"/>
                  </a:lnTo>
                  <a:cubicBezTo>
                    <a:pt x="5334255" y="2695194"/>
                    <a:pt x="5329936" y="2697480"/>
                    <a:pt x="5325237" y="2699385"/>
                  </a:cubicBezTo>
                  <a:lnTo>
                    <a:pt x="5321554" y="2690622"/>
                  </a:lnTo>
                  <a:lnTo>
                    <a:pt x="5325237" y="2699385"/>
                  </a:lnTo>
                  <a:cubicBezTo>
                    <a:pt x="5320665" y="2701290"/>
                    <a:pt x="5315839" y="2702687"/>
                    <a:pt x="5310886" y="2703703"/>
                  </a:cubicBezTo>
                  <a:lnTo>
                    <a:pt x="5310886" y="2703703"/>
                  </a:lnTo>
                  <a:lnTo>
                    <a:pt x="5310886" y="2703703"/>
                  </a:lnTo>
                  <a:cubicBezTo>
                    <a:pt x="5305933" y="2704719"/>
                    <a:pt x="5300980" y="2705227"/>
                    <a:pt x="5296027" y="2705227"/>
                  </a:cubicBezTo>
                  <a:lnTo>
                    <a:pt x="5296027" y="2695702"/>
                  </a:lnTo>
                  <a:lnTo>
                    <a:pt x="5296027" y="2705227"/>
                  </a:lnTo>
                  <a:lnTo>
                    <a:pt x="76327" y="2705227"/>
                  </a:lnTo>
                  <a:lnTo>
                    <a:pt x="76327" y="2695702"/>
                  </a:lnTo>
                  <a:lnTo>
                    <a:pt x="76327" y="2705227"/>
                  </a:lnTo>
                  <a:cubicBezTo>
                    <a:pt x="71374" y="2705227"/>
                    <a:pt x="66421" y="2704719"/>
                    <a:pt x="61468" y="2703703"/>
                  </a:cubicBezTo>
                  <a:lnTo>
                    <a:pt x="63373" y="2694305"/>
                  </a:lnTo>
                  <a:lnTo>
                    <a:pt x="61468" y="2703703"/>
                  </a:lnTo>
                  <a:cubicBezTo>
                    <a:pt x="56515" y="2702687"/>
                    <a:pt x="51816" y="2701290"/>
                    <a:pt x="47117" y="2699385"/>
                  </a:cubicBezTo>
                  <a:lnTo>
                    <a:pt x="47117" y="2699385"/>
                  </a:lnTo>
                  <a:lnTo>
                    <a:pt x="47117" y="2699385"/>
                  </a:lnTo>
                  <a:cubicBezTo>
                    <a:pt x="42545" y="2697480"/>
                    <a:pt x="38100" y="2695067"/>
                    <a:pt x="33909" y="2692400"/>
                  </a:cubicBezTo>
                  <a:lnTo>
                    <a:pt x="39243" y="2684526"/>
                  </a:lnTo>
                  <a:lnTo>
                    <a:pt x="33909" y="2692400"/>
                  </a:lnTo>
                  <a:cubicBezTo>
                    <a:pt x="29718" y="2689606"/>
                    <a:pt x="25908" y="2686431"/>
                    <a:pt x="22352" y="2682875"/>
                  </a:cubicBezTo>
                  <a:lnTo>
                    <a:pt x="22352" y="2682875"/>
                  </a:lnTo>
                  <a:lnTo>
                    <a:pt x="22352" y="2682875"/>
                  </a:lnTo>
                  <a:cubicBezTo>
                    <a:pt x="18796" y="2679319"/>
                    <a:pt x="15621" y="2675509"/>
                    <a:pt x="12827" y="2671318"/>
                  </a:cubicBezTo>
                  <a:lnTo>
                    <a:pt x="20701" y="2665984"/>
                  </a:lnTo>
                  <a:lnTo>
                    <a:pt x="12827" y="2671318"/>
                  </a:lnTo>
                  <a:cubicBezTo>
                    <a:pt x="10033" y="2667127"/>
                    <a:pt x="7747" y="2662809"/>
                    <a:pt x="5842" y="2658110"/>
                  </a:cubicBezTo>
                  <a:lnTo>
                    <a:pt x="5842" y="2658110"/>
                  </a:lnTo>
                  <a:lnTo>
                    <a:pt x="5842" y="2658110"/>
                  </a:lnTo>
                  <a:cubicBezTo>
                    <a:pt x="3937" y="2653538"/>
                    <a:pt x="2540" y="2648712"/>
                    <a:pt x="1524" y="2643759"/>
                  </a:cubicBezTo>
                  <a:lnTo>
                    <a:pt x="1524" y="2643759"/>
                  </a:lnTo>
                  <a:lnTo>
                    <a:pt x="1524" y="2643759"/>
                  </a:lnTo>
                  <a:cubicBezTo>
                    <a:pt x="508" y="2638806"/>
                    <a:pt x="0" y="2633853"/>
                    <a:pt x="0" y="2628900"/>
                  </a:cubicBezTo>
                  <a:lnTo>
                    <a:pt x="9525" y="2628900"/>
                  </a:lnTo>
                  <a:lnTo>
                    <a:pt x="127" y="2628900"/>
                  </a:lnTo>
                  <a:moveTo>
                    <a:pt x="19177" y="2628900"/>
                  </a:moveTo>
                  <a:cubicBezTo>
                    <a:pt x="19177" y="2632710"/>
                    <a:pt x="19558" y="2636393"/>
                    <a:pt x="20320" y="2640076"/>
                  </a:cubicBezTo>
                  <a:lnTo>
                    <a:pt x="10922" y="2641981"/>
                  </a:lnTo>
                  <a:lnTo>
                    <a:pt x="20320" y="2640076"/>
                  </a:lnTo>
                  <a:cubicBezTo>
                    <a:pt x="21082" y="2643759"/>
                    <a:pt x="22098" y="2647315"/>
                    <a:pt x="23622" y="2650744"/>
                  </a:cubicBezTo>
                  <a:lnTo>
                    <a:pt x="14859" y="2654427"/>
                  </a:lnTo>
                  <a:lnTo>
                    <a:pt x="23622" y="2650744"/>
                  </a:lnTo>
                  <a:cubicBezTo>
                    <a:pt x="25019" y="2654173"/>
                    <a:pt x="26797" y="2657475"/>
                    <a:pt x="28956" y="2660650"/>
                  </a:cubicBezTo>
                  <a:cubicBezTo>
                    <a:pt x="31115" y="2663825"/>
                    <a:pt x="33401" y="2666619"/>
                    <a:pt x="36068" y="2669286"/>
                  </a:cubicBezTo>
                  <a:lnTo>
                    <a:pt x="29337" y="2676017"/>
                  </a:lnTo>
                  <a:lnTo>
                    <a:pt x="36068" y="2669286"/>
                  </a:lnTo>
                  <a:cubicBezTo>
                    <a:pt x="38735" y="2671953"/>
                    <a:pt x="41656" y="2674366"/>
                    <a:pt x="44704" y="2676398"/>
                  </a:cubicBezTo>
                  <a:cubicBezTo>
                    <a:pt x="47752" y="2678430"/>
                    <a:pt x="51054" y="2680208"/>
                    <a:pt x="54610" y="2681732"/>
                  </a:cubicBezTo>
                  <a:lnTo>
                    <a:pt x="50927" y="2690495"/>
                  </a:lnTo>
                  <a:lnTo>
                    <a:pt x="54610" y="2681732"/>
                  </a:lnTo>
                  <a:cubicBezTo>
                    <a:pt x="58039" y="2683129"/>
                    <a:pt x="61595" y="2684272"/>
                    <a:pt x="65278" y="2685034"/>
                  </a:cubicBezTo>
                  <a:cubicBezTo>
                    <a:pt x="68961" y="2685796"/>
                    <a:pt x="72644" y="2686177"/>
                    <a:pt x="76454" y="2686177"/>
                  </a:cubicBezTo>
                  <a:lnTo>
                    <a:pt x="5296027" y="2686177"/>
                  </a:lnTo>
                  <a:cubicBezTo>
                    <a:pt x="5299837" y="2686177"/>
                    <a:pt x="5303520" y="2685796"/>
                    <a:pt x="5307203" y="2685034"/>
                  </a:cubicBezTo>
                  <a:lnTo>
                    <a:pt x="5309108" y="2694432"/>
                  </a:lnTo>
                  <a:lnTo>
                    <a:pt x="5307203" y="2685034"/>
                  </a:lnTo>
                  <a:cubicBezTo>
                    <a:pt x="5310886" y="2684272"/>
                    <a:pt x="5314442" y="2683256"/>
                    <a:pt x="5317871" y="2681732"/>
                  </a:cubicBezTo>
                  <a:lnTo>
                    <a:pt x="5317871" y="2681732"/>
                  </a:lnTo>
                  <a:lnTo>
                    <a:pt x="5317871" y="2681732"/>
                  </a:lnTo>
                  <a:cubicBezTo>
                    <a:pt x="5321300" y="2680335"/>
                    <a:pt x="5324602" y="2678557"/>
                    <a:pt x="5327777" y="2676398"/>
                  </a:cubicBezTo>
                  <a:lnTo>
                    <a:pt x="5327777" y="2676398"/>
                  </a:lnTo>
                  <a:lnTo>
                    <a:pt x="5327777" y="2676398"/>
                  </a:lnTo>
                  <a:cubicBezTo>
                    <a:pt x="5330952" y="2674366"/>
                    <a:pt x="5333746" y="2671953"/>
                    <a:pt x="5336413" y="2669286"/>
                  </a:cubicBezTo>
                  <a:lnTo>
                    <a:pt x="5343144" y="2676017"/>
                  </a:lnTo>
                  <a:lnTo>
                    <a:pt x="5336413" y="2669286"/>
                  </a:lnTo>
                  <a:cubicBezTo>
                    <a:pt x="5339080" y="2666619"/>
                    <a:pt x="5341493" y="2663698"/>
                    <a:pt x="5343525" y="2660650"/>
                  </a:cubicBezTo>
                  <a:lnTo>
                    <a:pt x="5343525" y="2660650"/>
                  </a:lnTo>
                  <a:lnTo>
                    <a:pt x="5343525" y="2660650"/>
                  </a:lnTo>
                  <a:cubicBezTo>
                    <a:pt x="5345557" y="2657475"/>
                    <a:pt x="5347335" y="2654300"/>
                    <a:pt x="5348859" y="2650744"/>
                  </a:cubicBezTo>
                  <a:lnTo>
                    <a:pt x="5357622" y="2654427"/>
                  </a:lnTo>
                  <a:lnTo>
                    <a:pt x="5348859" y="2650744"/>
                  </a:lnTo>
                  <a:cubicBezTo>
                    <a:pt x="5350256" y="2647315"/>
                    <a:pt x="5351399" y="2643759"/>
                    <a:pt x="5352161" y="2640076"/>
                  </a:cubicBezTo>
                  <a:cubicBezTo>
                    <a:pt x="5352923" y="2636393"/>
                    <a:pt x="5353304" y="2632710"/>
                    <a:pt x="5353304" y="2628900"/>
                  </a:cubicBezTo>
                  <a:lnTo>
                    <a:pt x="5353304" y="76200"/>
                  </a:lnTo>
                  <a:cubicBezTo>
                    <a:pt x="5353304" y="72390"/>
                    <a:pt x="5352923" y="68707"/>
                    <a:pt x="5352161" y="65024"/>
                  </a:cubicBezTo>
                  <a:lnTo>
                    <a:pt x="5361559" y="63119"/>
                  </a:lnTo>
                  <a:lnTo>
                    <a:pt x="5352161" y="65024"/>
                  </a:lnTo>
                  <a:cubicBezTo>
                    <a:pt x="5351399" y="61341"/>
                    <a:pt x="5350383" y="57785"/>
                    <a:pt x="5348859" y="54356"/>
                  </a:cubicBezTo>
                  <a:cubicBezTo>
                    <a:pt x="5347335" y="50927"/>
                    <a:pt x="5345684" y="47625"/>
                    <a:pt x="5343525" y="44450"/>
                  </a:cubicBezTo>
                  <a:lnTo>
                    <a:pt x="5343525" y="44450"/>
                  </a:lnTo>
                  <a:lnTo>
                    <a:pt x="5343525" y="44450"/>
                  </a:lnTo>
                  <a:cubicBezTo>
                    <a:pt x="5341493" y="41275"/>
                    <a:pt x="5339080" y="38481"/>
                    <a:pt x="5336413" y="35814"/>
                  </a:cubicBezTo>
                  <a:cubicBezTo>
                    <a:pt x="5333746" y="33147"/>
                    <a:pt x="5330825" y="30734"/>
                    <a:pt x="5327777" y="28702"/>
                  </a:cubicBezTo>
                  <a:lnTo>
                    <a:pt x="5327777" y="28702"/>
                  </a:lnTo>
                  <a:lnTo>
                    <a:pt x="5327777" y="28702"/>
                  </a:lnTo>
                  <a:cubicBezTo>
                    <a:pt x="5324602" y="26670"/>
                    <a:pt x="5321427" y="24892"/>
                    <a:pt x="5317871" y="23368"/>
                  </a:cubicBezTo>
                  <a:lnTo>
                    <a:pt x="5321554" y="14605"/>
                  </a:lnTo>
                  <a:lnTo>
                    <a:pt x="5317871" y="23368"/>
                  </a:lnTo>
                  <a:cubicBezTo>
                    <a:pt x="5314442" y="21971"/>
                    <a:pt x="5310886" y="20828"/>
                    <a:pt x="5307203" y="20066"/>
                  </a:cubicBezTo>
                  <a:lnTo>
                    <a:pt x="5309108" y="10668"/>
                  </a:lnTo>
                  <a:lnTo>
                    <a:pt x="5307203" y="20066"/>
                  </a:lnTo>
                  <a:cubicBezTo>
                    <a:pt x="5303520" y="19304"/>
                    <a:pt x="5299837" y="18923"/>
                    <a:pt x="5296027" y="18923"/>
                  </a:cubicBezTo>
                  <a:lnTo>
                    <a:pt x="76327" y="18923"/>
                  </a:lnTo>
                  <a:cubicBezTo>
                    <a:pt x="72517" y="18923"/>
                    <a:pt x="68834" y="19304"/>
                    <a:pt x="65151" y="20066"/>
                  </a:cubicBezTo>
                  <a:cubicBezTo>
                    <a:pt x="61468" y="20828"/>
                    <a:pt x="57912" y="21844"/>
                    <a:pt x="54483" y="23368"/>
                  </a:cubicBezTo>
                  <a:lnTo>
                    <a:pt x="50800" y="14605"/>
                  </a:lnTo>
                  <a:lnTo>
                    <a:pt x="54483" y="23368"/>
                  </a:lnTo>
                  <a:cubicBezTo>
                    <a:pt x="51054" y="24765"/>
                    <a:pt x="47752" y="26543"/>
                    <a:pt x="44577" y="28702"/>
                  </a:cubicBezTo>
                  <a:cubicBezTo>
                    <a:pt x="41402" y="30861"/>
                    <a:pt x="38608" y="33147"/>
                    <a:pt x="35941" y="35814"/>
                  </a:cubicBezTo>
                  <a:cubicBezTo>
                    <a:pt x="33274" y="38481"/>
                    <a:pt x="30861" y="41402"/>
                    <a:pt x="28829" y="44450"/>
                  </a:cubicBezTo>
                  <a:cubicBezTo>
                    <a:pt x="26797" y="47498"/>
                    <a:pt x="25019" y="50800"/>
                    <a:pt x="23495" y="54356"/>
                  </a:cubicBezTo>
                  <a:lnTo>
                    <a:pt x="14732" y="50673"/>
                  </a:lnTo>
                  <a:lnTo>
                    <a:pt x="23495" y="54356"/>
                  </a:lnTo>
                  <a:cubicBezTo>
                    <a:pt x="22098" y="57785"/>
                    <a:pt x="20955" y="61341"/>
                    <a:pt x="20193" y="65024"/>
                  </a:cubicBezTo>
                  <a:lnTo>
                    <a:pt x="10795" y="63119"/>
                  </a:lnTo>
                  <a:lnTo>
                    <a:pt x="20193" y="65024"/>
                  </a:lnTo>
                  <a:cubicBezTo>
                    <a:pt x="19431" y="68707"/>
                    <a:pt x="19050" y="72390"/>
                    <a:pt x="19050" y="76200"/>
                  </a:cubicBezTo>
                  <a:lnTo>
                    <a:pt x="19050" y="2628900"/>
                  </a:lnTo>
                  <a:close/>
                </a:path>
              </a:pathLst>
            </a:custGeom>
            <a:solidFill>
              <a:srgbClr val="93C5FD"/>
            </a:solid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6810212" y="3884196"/>
            <a:ext cx="4667564" cy="2904986"/>
            <a:chOff x="0" y="0"/>
            <a:chExt cx="3632200" cy="2260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73025" y="73025"/>
              <a:ext cx="3486150" cy="2114550"/>
            </a:xfrm>
            <a:custGeom>
              <a:avLst/>
              <a:gdLst/>
              <a:ahLst/>
              <a:cxnLst/>
              <a:rect r="r" b="b" t="t" l="l"/>
              <a:pathLst>
                <a:path h="2114550" w="3486150">
                  <a:moveTo>
                    <a:pt x="0" y="2047875"/>
                  </a:moveTo>
                  <a:lnTo>
                    <a:pt x="0" y="66675"/>
                  </a:ln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lnTo>
                    <a:pt x="3419475" y="0"/>
                  </a:lnTo>
                  <a:cubicBezTo>
                    <a:pt x="3423793" y="0"/>
                    <a:pt x="3428238" y="381"/>
                    <a:pt x="3432429" y="1270"/>
                  </a:cubicBezTo>
                  <a:cubicBezTo>
                    <a:pt x="3436620" y="2159"/>
                    <a:pt x="3440938" y="3429"/>
                    <a:pt x="3444875" y="5080"/>
                  </a:cubicBezTo>
                  <a:cubicBezTo>
                    <a:pt x="3448812" y="6731"/>
                    <a:pt x="3452749" y="8763"/>
                    <a:pt x="3456432" y="11303"/>
                  </a:cubicBezTo>
                  <a:cubicBezTo>
                    <a:pt x="3460115" y="13843"/>
                    <a:pt x="3463417" y="16510"/>
                    <a:pt x="3466592" y="19558"/>
                  </a:cubicBezTo>
                  <a:cubicBezTo>
                    <a:pt x="3469767" y="22606"/>
                    <a:pt x="3472434" y="26035"/>
                    <a:pt x="3474847" y="29718"/>
                  </a:cubicBezTo>
                  <a:cubicBezTo>
                    <a:pt x="3477260" y="33401"/>
                    <a:pt x="3479292" y="37211"/>
                    <a:pt x="3481070" y="41275"/>
                  </a:cubicBezTo>
                  <a:cubicBezTo>
                    <a:pt x="3482847" y="45339"/>
                    <a:pt x="3483991" y="49530"/>
                    <a:pt x="3484880" y="53721"/>
                  </a:cubicBezTo>
                  <a:cubicBezTo>
                    <a:pt x="3485768" y="57912"/>
                    <a:pt x="3486150" y="62357"/>
                    <a:pt x="3486150" y="66675"/>
                  </a:cubicBezTo>
                  <a:lnTo>
                    <a:pt x="3486150" y="2047875"/>
                  </a:lnTo>
                  <a:cubicBezTo>
                    <a:pt x="3486150" y="2052193"/>
                    <a:pt x="3485769" y="2056638"/>
                    <a:pt x="3484880" y="2060829"/>
                  </a:cubicBezTo>
                  <a:cubicBezTo>
                    <a:pt x="3483990" y="2065020"/>
                    <a:pt x="3482720" y="2069338"/>
                    <a:pt x="3481070" y="2073275"/>
                  </a:cubicBezTo>
                  <a:cubicBezTo>
                    <a:pt x="3479419" y="2077212"/>
                    <a:pt x="3477387" y="2081149"/>
                    <a:pt x="3474847" y="2084832"/>
                  </a:cubicBezTo>
                  <a:cubicBezTo>
                    <a:pt x="3472307" y="2088515"/>
                    <a:pt x="3469640" y="2091817"/>
                    <a:pt x="3466592" y="2094992"/>
                  </a:cubicBezTo>
                  <a:cubicBezTo>
                    <a:pt x="3463544" y="2098167"/>
                    <a:pt x="3460115" y="2100834"/>
                    <a:pt x="3456432" y="2103247"/>
                  </a:cubicBezTo>
                  <a:cubicBezTo>
                    <a:pt x="3452749" y="2105660"/>
                    <a:pt x="3448939" y="2107692"/>
                    <a:pt x="3444875" y="2109470"/>
                  </a:cubicBezTo>
                  <a:cubicBezTo>
                    <a:pt x="3440811" y="2111248"/>
                    <a:pt x="3436620" y="2112391"/>
                    <a:pt x="3432429" y="2113280"/>
                  </a:cubicBezTo>
                  <a:cubicBezTo>
                    <a:pt x="3428238" y="2114169"/>
                    <a:pt x="3423793" y="2114550"/>
                    <a:pt x="3419475" y="2114550"/>
                  </a:cubicBezTo>
                  <a:lnTo>
                    <a:pt x="66675" y="2114550"/>
                  </a:lnTo>
                  <a:cubicBezTo>
                    <a:pt x="62357" y="2114550"/>
                    <a:pt x="57912" y="2114169"/>
                    <a:pt x="53721" y="2113280"/>
                  </a:cubicBezTo>
                  <a:cubicBezTo>
                    <a:pt x="49530" y="2112391"/>
                    <a:pt x="45212" y="2111121"/>
                    <a:pt x="41275" y="2109470"/>
                  </a:cubicBezTo>
                  <a:cubicBezTo>
                    <a:pt x="37338" y="2107819"/>
                    <a:pt x="33401" y="2105787"/>
                    <a:pt x="29718" y="2103247"/>
                  </a:cubicBezTo>
                  <a:cubicBezTo>
                    <a:pt x="26035" y="2100707"/>
                    <a:pt x="22733" y="2098040"/>
                    <a:pt x="19558" y="2094992"/>
                  </a:cubicBezTo>
                  <a:cubicBezTo>
                    <a:pt x="16383" y="2091944"/>
                    <a:pt x="13716" y="2088515"/>
                    <a:pt x="11303" y="2084832"/>
                  </a:cubicBezTo>
                  <a:cubicBezTo>
                    <a:pt x="8890" y="2081149"/>
                    <a:pt x="6858" y="2077339"/>
                    <a:pt x="5080" y="2073275"/>
                  </a:cubicBezTo>
                  <a:cubicBezTo>
                    <a:pt x="3302" y="2069211"/>
                    <a:pt x="2159" y="2065020"/>
                    <a:pt x="1270" y="2060829"/>
                  </a:cubicBezTo>
                  <a:cubicBezTo>
                    <a:pt x="381" y="2056638"/>
                    <a:pt x="0" y="2052193"/>
                    <a:pt x="0" y="204787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3373" y="63500"/>
              <a:ext cx="3505454" cy="2133727"/>
            </a:xfrm>
            <a:custGeom>
              <a:avLst/>
              <a:gdLst/>
              <a:ahLst/>
              <a:cxnLst/>
              <a:rect r="r" b="b" t="t" l="l"/>
              <a:pathLst>
                <a:path h="2133727" w="3505454">
                  <a:moveTo>
                    <a:pt x="127" y="2057400"/>
                  </a:moveTo>
                  <a:lnTo>
                    <a:pt x="127" y="76200"/>
                  </a:lnTo>
                  <a:lnTo>
                    <a:pt x="9652" y="76200"/>
                  </a:lnTo>
                  <a:lnTo>
                    <a:pt x="127" y="76200"/>
                  </a:lnTo>
                  <a:cubicBezTo>
                    <a:pt x="127" y="71247"/>
                    <a:pt x="635" y="66294"/>
                    <a:pt x="1651" y="61341"/>
                  </a:cubicBezTo>
                  <a:lnTo>
                    <a:pt x="11049" y="63246"/>
                  </a:lnTo>
                  <a:lnTo>
                    <a:pt x="1651" y="61341"/>
                  </a:lnTo>
                  <a:cubicBezTo>
                    <a:pt x="2667" y="56388"/>
                    <a:pt x="4064" y="51689"/>
                    <a:pt x="5969" y="46990"/>
                  </a:cubicBezTo>
                  <a:lnTo>
                    <a:pt x="14732" y="50673"/>
                  </a:lnTo>
                  <a:lnTo>
                    <a:pt x="5969" y="46990"/>
                  </a:lnTo>
                  <a:cubicBezTo>
                    <a:pt x="7874" y="42418"/>
                    <a:pt x="10287" y="37973"/>
                    <a:pt x="12954" y="33782"/>
                  </a:cubicBezTo>
                  <a:lnTo>
                    <a:pt x="20828" y="39116"/>
                  </a:lnTo>
                  <a:lnTo>
                    <a:pt x="12954" y="33782"/>
                  </a:lnTo>
                  <a:cubicBezTo>
                    <a:pt x="15748" y="29591"/>
                    <a:pt x="18923" y="25781"/>
                    <a:pt x="22479" y="22225"/>
                  </a:cubicBezTo>
                  <a:lnTo>
                    <a:pt x="29210" y="28956"/>
                  </a:lnTo>
                  <a:lnTo>
                    <a:pt x="22479" y="22225"/>
                  </a:lnTo>
                  <a:cubicBezTo>
                    <a:pt x="26035" y="18669"/>
                    <a:pt x="29845" y="15494"/>
                    <a:pt x="34036" y="12700"/>
                  </a:cubicBezTo>
                  <a:lnTo>
                    <a:pt x="39370" y="20574"/>
                  </a:lnTo>
                  <a:lnTo>
                    <a:pt x="34036" y="12700"/>
                  </a:lnTo>
                  <a:cubicBezTo>
                    <a:pt x="38227" y="9906"/>
                    <a:pt x="42545" y="7620"/>
                    <a:pt x="47244" y="5715"/>
                  </a:cubicBezTo>
                  <a:lnTo>
                    <a:pt x="50927" y="14478"/>
                  </a:lnTo>
                  <a:lnTo>
                    <a:pt x="47244" y="5715"/>
                  </a:lnTo>
                  <a:cubicBezTo>
                    <a:pt x="51816" y="3810"/>
                    <a:pt x="56642" y="2413"/>
                    <a:pt x="61595" y="1397"/>
                  </a:cubicBezTo>
                  <a:lnTo>
                    <a:pt x="63500" y="10795"/>
                  </a:lnTo>
                  <a:lnTo>
                    <a:pt x="61595" y="1397"/>
                  </a:lnTo>
                  <a:cubicBezTo>
                    <a:pt x="66421" y="508"/>
                    <a:pt x="71374" y="0"/>
                    <a:pt x="76327" y="0"/>
                  </a:cubicBezTo>
                  <a:lnTo>
                    <a:pt x="76327" y="9525"/>
                  </a:lnTo>
                  <a:lnTo>
                    <a:pt x="76327" y="0"/>
                  </a:lnTo>
                  <a:lnTo>
                    <a:pt x="3429127" y="0"/>
                  </a:lnTo>
                  <a:lnTo>
                    <a:pt x="3429127" y="9525"/>
                  </a:lnTo>
                  <a:lnTo>
                    <a:pt x="3429127" y="0"/>
                  </a:lnTo>
                  <a:cubicBezTo>
                    <a:pt x="3434080" y="0"/>
                    <a:pt x="3439033" y="508"/>
                    <a:pt x="3443986" y="1524"/>
                  </a:cubicBezTo>
                  <a:lnTo>
                    <a:pt x="3442081" y="10922"/>
                  </a:lnTo>
                  <a:lnTo>
                    <a:pt x="3443986" y="1524"/>
                  </a:lnTo>
                  <a:cubicBezTo>
                    <a:pt x="3448939" y="2540"/>
                    <a:pt x="3453638" y="3937"/>
                    <a:pt x="3458337" y="5842"/>
                  </a:cubicBezTo>
                  <a:lnTo>
                    <a:pt x="3454654" y="14605"/>
                  </a:lnTo>
                  <a:lnTo>
                    <a:pt x="3458337" y="5842"/>
                  </a:lnTo>
                  <a:cubicBezTo>
                    <a:pt x="3462909" y="7747"/>
                    <a:pt x="3467354" y="10160"/>
                    <a:pt x="3471545" y="12827"/>
                  </a:cubicBezTo>
                  <a:lnTo>
                    <a:pt x="3466211" y="20701"/>
                  </a:lnTo>
                  <a:lnTo>
                    <a:pt x="3471545" y="12827"/>
                  </a:lnTo>
                  <a:cubicBezTo>
                    <a:pt x="3475736" y="15621"/>
                    <a:pt x="3479546" y="18796"/>
                    <a:pt x="3483102" y="22352"/>
                  </a:cubicBezTo>
                  <a:lnTo>
                    <a:pt x="3476371" y="29083"/>
                  </a:lnTo>
                  <a:lnTo>
                    <a:pt x="3483102" y="22352"/>
                  </a:lnTo>
                  <a:cubicBezTo>
                    <a:pt x="3486658" y="25908"/>
                    <a:pt x="3489833" y="29718"/>
                    <a:pt x="3492627" y="33909"/>
                  </a:cubicBezTo>
                  <a:lnTo>
                    <a:pt x="3484753" y="39243"/>
                  </a:lnTo>
                  <a:lnTo>
                    <a:pt x="3492627" y="33909"/>
                  </a:lnTo>
                  <a:cubicBezTo>
                    <a:pt x="3495421" y="38100"/>
                    <a:pt x="3497707" y="42418"/>
                    <a:pt x="3499612" y="47117"/>
                  </a:cubicBezTo>
                  <a:lnTo>
                    <a:pt x="3490849" y="50800"/>
                  </a:lnTo>
                  <a:lnTo>
                    <a:pt x="3499612" y="47117"/>
                  </a:lnTo>
                  <a:cubicBezTo>
                    <a:pt x="3501517" y="51689"/>
                    <a:pt x="3502914" y="56515"/>
                    <a:pt x="3503930" y="61468"/>
                  </a:cubicBezTo>
                  <a:lnTo>
                    <a:pt x="3494532" y="63373"/>
                  </a:lnTo>
                  <a:lnTo>
                    <a:pt x="3503930" y="61468"/>
                  </a:lnTo>
                  <a:cubicBezTo>
                    <a:pt x="3504946" y="66421"/>
                    <a:pt x="3505454" y="71374"/>
                    <a:pt x="3505454" y="76327"/>
                  </a:cubicBezTo>
                  <a:lnTo>
                    <a:pt x="3495929" y="76327"/>
                  </a:lnTo>
                  <a:lnTo>
                    <a:pt x="3505454" y="76327"/>
                  </a:lnTo>
                  <a:lnTo>
                    <a:pt x="3505454" y="2057400"/>
                  </a:lnTo>
                  <a:lnTo>
                    <a:pt x="3495929" y="2057400"/>
                  </a:lnTo>
                  <a:lnTo>
                    <a:pt x="3505454" y="2057400"/>
                  </a:lnTo>
                  <a:cubicBezTo>
                    <a:pt x="3505454" y="2062353"/>
                    <a:pt x="3504946" y="2067306"/>
                    <a:pt x="3503930" y="2072259"/>
                  </a:cubicBezTo>
                  <a:lnTo>
                    <a:pt x="3494532" y="2070354"/>
                  </a:lnTo>
                  <a:lnTo>
                    <a:pt x="3503930" y="2072259"/>
                  </a:lnTo>
                  <a:cubicBezTo>
                    <a:pt x="3502914" y="2077212"/>
                    <a:pt x="3501517" y="2081911"/>
                    <a:pt x="3499612" y="2086610"/>
                  </a:cubicBezTo>
                  <a:lnTo>
                    <a:pt x="3490849" y="2082927"/>
                  </a:lnTo>
                  <a:lnTo>
                    <a:pt x="3499612" y="2086610"/>
                  </a:lnTo>
                  <a:cubicBezTo>
                    <a:pt x="3497707" y="2091182"/>
                    <a:pt x="3495294" y="2095627"/>
                    <a:pt x="3492627" y="2099818"/>
                  </a:cubicBezTo>
                  <a:lnTo>
                    <a:pt x="3492627" y="2099818"/>
                  </a:lnTo>
                  <a:lnTo>
                    <a:pt x="3492627" y="2099818"/>
                  </a:lnTo>
                  <a:cubicBezTo>
                    <a:pt x="3489833" y="2104009"/>
                    <a:pt x="3486658" y="2107819"/>
                    <a:pt x="3483102" y="2111375"/>
                  </a:cubicBezTo>
                  <a:lnTo>
                    <a:pt x="3476371" y="2104644"/>
                  </a:lnTo>
                  <a:lnTo>
                    <a:pt x="3483102" y="2111375"/>
                  </a:lnTo>
                  <a:cubicBezTo>
                    <a:pt x="3479546" y="2114931"/>
                    <a:pt x="3475737" y="2118106"/>
                    <a:pt x="3471545" y="2120900"/>
                  </a:cubicBezTo>
                  <a:lnTo>
                    <a:pt x="3466211" y="2113026"/>
                  </a:lnTo>
                  <a:lnTo>
                    <a:pt x="3471545" y="2120900"/>
                  </a:lnTo>
                  <a:cubicBezTo>
                    <a:pt x="3467355" y="2123694"/>
                    <a:pt x="3463036" y="2125980"/>
                    <a:pt x="3458337" y="2127885"/>
                  </a:cubicBezTo>
                  <a:lnTo>
                    <a:pt x="3454654" y="2119122"/>
                  </a:lnTo>
                  <a:lnTo>
                    <a:pt x="3458337" y="2127885"/>
                  </a:lnTo>
                  <a:cubicBezTo>
                    <a:pt x="3453765" y="2129790"/>
                    <a:pt x="3448939" y="2131187"/>
                    <a:pt x="3443986" y="2132203"/>
                  </a:cubicBezTo>
                  <a:lnTo>
                    <a:pt x="3442081" y="2122805"/>
                  </a:lnTo>
                  <a:lnTo>
                    <a:pt x="3443986" y="2132203"/>
                  </a:lnTo>
                  <a:cubicBezTo>
                    <a:pt x="3439033" y="2133219"/>
                    <a:pt x="3434080" y="2133727"/>
                    <a:pt x="3429127" y="2133727"/>
                  </a:cubicBezTo>
                  <a:lnTo>
                    <a:pt x="3429127" y="2124202"/>
                  </a:lnTo>
                  <a:lnTo>
                    <a:pt x="3429127" y="2133727"/>
                  </a:lnTo>
                  <a:lnTo>
                    <a:pt x="76327" y="2133727"/>
                  </a:lnTo>
                  <a:lnTo>
                    <a:pt x="76327" y="2124202"/>
                  </a:lnTo>
                  <a:lnTo>
                    <a:pt x="76327" y="2133727"/>
                  </a:lnTo>
                  <a:cubicBezTo>
                    <a:pt x="71374" y="2133727"/>
                    <a:pt x="66421" y="2133219"/>
                    <a:pt x="61468" y="2132203"/>
                  </a:cubicBezTo>
                  <a:lnTo>
                    <a:pt x="63373" y="2122805"/>
                  </a:lnTo>
                  <a:lnTo>
                    <a:pt x="61468" y="2132203"/>
                  </a:lnTo>
                  <a:cubicBezTo>
                    <a:pt x="56515" y="2131187"/>
                    <a:pt x="51816" y="2129790"/>
                    <a:pt x="47117" y="2127885"/>
                  </a:cubicBezTo>
                  <a:lnTo>
                    <a:pt x="50800" y="2119122"/>
                  </a:lnTo>
                  <a:lnTo>
                    <a:pt x="47117" y="2127885"/>
                  </a:lnTo>
                  <a:cubicBezTo>
                    <a:pt x="42545" y="2125980"/>
                    <a:pt x="38100" y="2123567"/>
                    <a:pt x="33909" y="2120900"/>
                  </a:cubicBezTo>
                  <a:lnTo>
                    <a:pt x="39243" y="2113026"/>
                  </a:lnTo>
                  <a:lnTo>
                    <a:pt x="33909" y="2120900"/>
                  </a:lnTo>
                  <a:cubicBezTo>
                    <a:pt x="29718" y="2118106"/>
                    <a:pt x="25908" y="2114931"/>
                    <a:pt x="22352" y="2111375"/>
                  </a:cubicBezTo>
                  <a:lnTo>
                    <a:pt x="29083" y="2104644"/>
                  </a:lnTo>
                  <a:lnTo>
                    <a:pt x="22352" y="2111375"/>
                  </a:lnTo>
                  <a:cubicBezTo>
                    <a:pt x="18796" y="2107819"/>
                    <a:pt x="15621" y="2104009"/>
                    <a:pt x="12827" y="2099818"/>
                  </a:cubicBezTo>
                  <a:lnTo>
                    <a:pt x="20701" y="2094484"/>
                  </a:lnTo>
                  <a:lnTo>
                    <a:pt x="12827" y="2099818"/>
                  </a:lnTo>
                  <a:cubicBezTo>
                    <a:pt x="10033" y="2095627"/>
                    <a:pt x="7747" y="2091309"/>
                    <a:pt x="5842" y="2086610"/>
                  </a:cubicBezTo>
                  <a:lnTo>
                    <a:pt x="5842" y="2086610"/>
                  </a:lnTo>
                  <a:lnTo>
                    <a:pt x="5842" y="2086610"/>
                  </a:lnTo>
                  <a:cubicBezTo>
                    <a:pt x="3937" y="2082038"/>
                    <a:pt x="2540" y="2077212"/>
                    <a:pt x="1524" y="2072259"/>
                  </a:cubicBezTo>
                  <a:lnTo>
                    <a:pt x="10922" y="2070354"/>
                  </a:lnTo>
                  <a:lnTo>
                    <a:pt x="1524" y="2072259"/>
                  </a:lnTo>
                  <a:cubicBezTo>
                    <a:pt x="508" y="2067306"/>
                    <a:pt x="0" y="2062353"/>
                    <a:pt x="0" y="2057400"/>
                  </a:cubicBezTo>
                  <a:lnTo>
                    <a:pt x="9525" y="2057400"/>
                  </a:lnTo>
                  <a:lnTo>
                    <a:pt x="127" y="2057400"/>
                  </a:lnTo>
                  <a:moveTo>
                    <a:pt x="19177" y="2057400"/>
                  </a:moveTo>
                  <a:cubicBezTo>
                    <a:pt x="19177" y="2061210"/>
                    <a:pt x="19558" y="2064893"/>
                    <a:pt x="20320" y="2068576"/>
                  </a:cubicBezTo>
                  <a:lnTo>
                    <a:pt x="20320" y="2068576"/>
                  </a:lnTo>
                  <a:lnTo>
                    <a:pt x="20320" y="2068576"/>
                  </a:lnTo>
                  <a:cubicBezTo>
                    <a:pt x="21082" y="2072259"/>
                    <a:pt x="22098" y="2075815"/>
                    <a:pt x="23622" y="2079244"/>
                  </a:cubicBezTo>
                  <a:lnTo>
                    <a:pt x="14859" y="2082927"/>
                  </a:lnTo>
                  <a:lnTo>
                    <a:pt x="23622" y="2079244"/>
                  </a:lnTo>
                  <a:cubicBezTo>
                    <a:pt x="25019" y="2082673"/>
                    <a:pt x="26797" y="2085975"/>
                    <a:pt x="28956" y="2089150"/>
                  </a:cubicBezTo>
                  <a:lnTo>
                    <a:pt x="28956" y="2089150"/>
                  </a:lnTo>
                  <a:lnTo>
                    <a:pt x="28956" y="2089150"/>
                  </a:lnTo>
                  <a:cubicBezTo>
                    <a:pt x="30988" y="2092325"/>
                    <a:pt x="33401" y="2095119"/>
                    <a:pt x="36068" y="2097786"/>
                  </a:cubicBezTo>
                  <a:cubicBezTo>
                    <a:pt x="38735" y="2100453"/>
                    <a:pt x="41656" y="2102866"/>
                    <a:pt x="44704" y="2104898"/>
                  </a:cubicBezTo>
                  <a:lnTo>
                    <a:pt x="44704" y="2104898"/>
                  </a:lnTo>
                  <a:lnTo>
                    <a:pt x="44704" y="2104898"/>
                  </a:lnTo>
                  <a:cubicBezTo>
                    <a:pt x="47879" y="2106930"/>
                    <a:pt x="51054" y="2108708"/>
                    <a:pt x="54610" y="2110232"/>
                  </a:cubicBezTo>
                  <a:lnTo>
                    <a:pt x="54610" y="2110232"/>
                  </a:lnTo>
                  <a:lnTo>
                    <a:pt x="54610" y="2110232"/>
                  </a:lnTo>
                  <a:cubicBezTo>
                    <a:pt x="58039" y="2111629"/>
                    <a:pt x="61595" y="2112772"/>
                    <a:pt x="65278" y="2113534"/>
                  </a:cubicBezTo>
                  <a:cubicBezTo>
                    <a:pt x="68961" y="2114296"/>
                    <a:pt x="72644" y="2114677"/>
                    <a:pt x="76454" y="2114677"/>
                  </a:cubicBezTo>
                  <a:lnTo>
                    <a:pt x="3429127" y="2114677"/>
                  </a:lnTo>
                  <a:cubicBezTo>
                    <a:pt x="3432937" y="2114677"/>
                    <a:pt x="3436620" y="2114296"/>
                    <a:pt x="3440303" y="2113534"/>
                  </a:cubicBezTo>
                  <a:lnTo>
                    <a:pt x="3440303" y="2113534"/>
                  </a:lnTo>
                  <a:lnTo>
                    <a:pt x="3440303" y="2113534"/>
                  </a:lnTo>
                  <a:cubicBezTo>
                    <a:pt x="3443986" y="2112772"/>
                    <a:pt x="3447542" y="2111756"/>
                    <a:pt x="3450971" y="2110232"/>
                  </a:cubicBezTo>
                  <a:lnTo>
                    <a:pt x="3450971" y="2110232"/>
                  </a:lnTo>
                  <a:lnTo>
                    <a:pt x="3450971" y="2110232"/>
                  </a:lnTo>
                  <a:cubicBezTo>
                    <a:pt x="3454400" y="2108835"/>
                    <a:pt x="3457702" y="2107057"/>
                    <a:pt x="3460877" y="2104898"/>
                  </a:cubicBezTo>
                  <a:lnTo>
                    <a:pt x="3460877" y="2104898"/>
                  </a:lnTo>
                  <a:lnTo>
                    <a:pt x="3460877" y="2104898"/>
                  </a:lnTo>
                  <a:cubicBezTo>
                    <a:pt x="3464052" y="2102866"/>
                    <a:pt x="3466846" y="2100453"/>
                    <a:pt x="3469513" y="2097786"/>
                  </a:cubicBezTo>
                  <a:lnTo>
                    <a:pt x="3469513" y="2097786"/>
                  </a:lnTo>
                  <a:lnTo>
                    <a:pt x="3469513" y="2097786"/>
                  </a:lnTo>
                  <a:cubicBezTo>
                    <a:pt x="3472180" y="2095119"/>
                    <a:pt x="3474593" y="2092198"/>
                    <a:pt x="3476625" y="2089150"/>
                  </a:cubicBezTo>
                  <a:lnTo>
                    <a:pt x="3484499" y="2094484"/>
                  </a:lnTo>
                  <a:lnTo>
                    <a:pt x="3476625" y="2089150"/>
                  </a:lnTo>
                  <a:cubicBezTo>
                    <a:pt x="3478657" y="2085975"/>
                    <a:pt x="3480435" y="2082800"/>
                    <a:pt x="3481959" y="2079244"/>
                  </a:cubicBezTo>
                  <a:cubicBezTo>
                    <a:pt x="3483483" y="2075688"/>
                    <a:pt x="3484499" y="2072259"/>
                    <a:pt x="3485261" y="2068576"/>
                  </a:cubicBezTo>
                  <a:lnTo>
                    <a:pt x="3485261" y="2068576"/>
                  </a:lnTo>
                  <a:lnTo>
                    <a:pt x="3485261" y="2068576"/>
                  </a:lnTo>
                  <a:cubicBezTo>
                    <a:pt x="3486023" y="2064893"/>
                    <a:pt x="3486404" y="2061210"/>
                    <a:pt x="3486404" y="2057400"/>
                  </a:cubicBezTo>
                  <a:lnTo>
                    <a:pt x="3486404" y="76200"/>
                  </a:lnTo>
                  <a:cubicBezTo>
                    <a:pt x="3486404" y="72390"/>
                    <a:pt x="3486023" y="68707"/>
                    <a:pt x="3485261" y="65024"/>
                  </a:cubicBezTo>
                  <a:cubicBezTo>
                    <a:pt x="3484499" y="61341"/>
                    <a:pt x="3483483" y="57785"/>
                    <a:pt x="3481959" y="54356"/>
                  </a:cubicBezTo>
                  <a:cubicBezTo>
                    <a:pt x="3480435" y="50927"/>
                    <a:pt x="3478784" y="47625"/>
                    <a:pt x="3476625" y="44450"/>
                  </a:cubicBezTo>
                  <a:cubicBezTo>
                    <a:pt x="3474466" y="41275"/>
                    <a:pt x="3472180" y="38481"/>
                    <a:pt x="3469513" y="35814"/>
                  </a:cubicBezTo>
                  <a:lnTo>
                    <a:pt x="3469513" y="35814"/>
                  </a:lnTo>
                  <a:lnTo>
                    <a:pt x="3469513" y="35814"/>
                  </a:lnTo>
                  <a:cubicBezTo>
                    <a:pt x="3466846" y="33147"/>
                    <a:pt x="3463925" y="30734"/>
                    <a:pt x="3460877" y="28702"/>
                  </a:cubicBezTo>
                  <a:lnTo>
                    <a:pt x="3460877" y="28702"/>
                  </a:lnTo>
                  <a:lnTo>
                    <a:pt x="3460877" y="28702"/>
                  </a:lnTo>
                  <a:cubicBezTo>
                    <a:pt x="3457702" y="26670"/>
                    <a:pt x="3454527" y="24892"/>
                    <a:pt x="3450971" y="23368"/>
                  </a:cubicBezTo>
                  <a:lnTo>
                    <a:pt x="3450971" y="23368"/>
                  </a:lnTo>
                  <a:lnTo>
                    <a:pt x="3450971" y="23368"/>
                  </a:lnTo>
                  <a:cubicBezTo>
                    <a:pt x="3447542" y="21971"/>
                    <a:pt x="3443986" y="20828"/>
                    <a:pt x="3440303" y="20066"/>
                  </a:cubicBezTo>
                  <a:lnTo>
                    <a:pt x="3440303" y="20066"/>
                  </a:lnTo>
                  <a:lnTo>
                    <a:pt x="3440303" y="20066"/>
                  </a:lnTo>
                  <a:cubicBezTo>
                    <a:pt x="3436620" y="19304"/>
                    <a:pt x="3432937" y="18923"/>
                    <a:pt x="3429127" y="18923"/>
                  </a:cubicBezTo>
                  <a:lnTo>
                    <a:pt x="76327" y="18923"/>
                  </a:lnTo>
                  <a:cubicBezTo>
                    <a:pt x="72517" y="18923"/>
                    <a:pt x="68834" y="19304"/>
                    <a:pt x="65151" y="20066"/>
                  </a:cubicBezTo>
                  <a:lnTo>
                    <a:pt x="65151" y="20066"/>
                  </a:lnTo>
                  <a:lnTo>
                    <a:pt x="65151" y="20066"/>
                  </a:lnTo>
                  <a:cubicBezTo>
                    <a:pt x="61468" y="20828"/>
                    <a:pt x="57912" y="21844"/>
                    <a:pt x="54483" y="23368"/>
                  </a:cubicBezTo>
                  <a:cubicBezTo>
                    <a:pt x="51054" y="24892"/>
                    <a:pt x="47752" y="26543"/>
                    <a:pt x="44577" y="28702"/>
                  </a:cubicBezTo>
                  <a:lnTo>
                    <a:pt x="44577" y="28702"/>
                  </a:lnTo>
                  <a:lnTo>
                    <a:pt x="44577" y="28702"/>
                  </a:lnTo>
                  <a:cubicBezTo>
                    <a:pt x="41402" y="30734"/>
                    <a:pt x="38608" y="33147"/>
                    <a:pt x="35941" y="35814"/>
                  </a:cubicBezTo>
                  <a:cubicBezTo>
                    <a:pt x="33274" y="38481"/>
                    <a:pt x="30861" y="41402"/>
                    <a:pt x="28829" y="44450"/>
                  </a:cubicBezTo>
                  <a:lnTo>
                    <a:pt x="28829" y="44450"/>
                  </a:lnTo>
                  <a:lnTo>
                    <a:pt x="28829" y="44450"/>
                  </a:lnTo>
                  <a:cubicBezTo>
                    <a:pt x="26797" y="47625"/>
                    <a:pt x="25019" y="50800"/>
                    <a:pt x="23495" y="54356"/>
                  </a:cubicBezTo>
                  <a:cubicBezTo>
                    <a:pt x="21971" y="57912"/>
                    <a:pt x="20955" y="61341"/>
                    <a:pt x="20193" y="65024"/>
                  </a:cubicBezTo>
                  <a:lnTo>
                    <a:pt x="20193" y="65024"/>
                  </a:lnTo>
                  <a:lnTo>
                    <a:pt x="20193" y="65024"/>
                  </a:lnTo>
                  <a:cubicBezTo>
                    <a:pt x="19431" y="68707"/>
                    <a:pt x="19050" y="72390"/>
                    <a:pt x="19050" y="76200"/>
                  </a:cubicBezTo>
                  <a:lnTo>
                    <a:pt x="19050" y="2057400"/>
                  </a:lnTo>
                  <a:close/>
                </a:path>
              </a:pathLst>
            </a:custGeom>
            <a:solidFill>
              <a:srgbClr val="FEF08A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73050" y="1454150"/>
              <a:ext cx="3086100" cy="533400"/>
            </a:xfrm>
            <a:custGeom>
              <a:avLst/>
              <a:gdLst/>
              <a:ahLst/>
              <a:cxnLst/>
              <a:rect r="r" b="b" t="t" l="l"/>
              <a:pathLst>
                <a:path h="533400" w="3086100">
                  <a:moveTo>
                    <a:pt x="0" y="495300"/>
                  </a:moveTo>
                  <a:lnTo>
                    <a:pt x="0" y="38100"/>
                  </a:lnTo>
                  <a:cubicBezTo>
                    <a:pt x="0" y="33020"/>
                    <a:pt x="1016" y="28194"/>
                    <a:pt x="2921" y="23495"/>
                  </a:cubicBezTo>
                  <a:cubicBezTo>
                    <a:pt x="4826" y="18796"/>
                    <a:pt x="7620" y="14732"/>
                    <a:pt x="11176" y="11176"/>
                  </a:cubicBezTo>
                  <a:cubicBezTo>
                    <a:pt x="14732" y="7620"/>
                    <a:pt x="18923" y="4826"/>
                    <a:pt x="23495" y="2921"/>
                  </a:cubicBezTo>
                  <a:cubicBezTo>
                    <a:pt x="28067" y="1016"/>
                    <a:pt x="33020" y="0"/>
                    <a:pt x="38100" y="0"/>
                  </a:cubicBezTo>
                  <a:lnTo>
                    <a:pt x="3048000" y="0"/>
                  </a:lnTo>
                  <a:cubicBezTo>
                    <a:pt x="3053080" y="0"/>
                    <a:pt x="3057906" y="1016"/>
                    <a:pt x="3062605" y="2921"/>
                  </a:cubicBezTo>
                  <a:cubicBezTo>
                    <a:pt x="3067304" y="4826"/>
                    <a:pt x="3071368" y="7620"/>
                    <a:pt x="3074924" y="11176"/>
                  </a:cubicBezTo>
                  <a:cubicBezTo>
                    <a:pt x="3078480" y="14732"/>
                    <a:pt x="3081274" y="18923"/>
                    <a:pt x="3083179" y="23495"/>
                  </a:cubicBezTo>
                  <a:cubicBezTo>
                    <a:pt x="3085084" y="28067"/>
                    <a:pt x="3086100" y="33020"/>
                    <a:pt x="3086100" y="38100"/>
                  </a:cubicBezTo>
                  <a:lnTo>
                    <a:pt x="3086100" y="495300"/>
                  </a:lnTo>
                  <a:cubicBezTo>
                    <a:pt x="3086100" y="500380"/>
                    <a:pt x="3085084" y="505206"/>
                    <a:pt x="3083179" y="509905"/>
                  </a:cubicBezTo>
                  <a:cubicBezTo>
                    <a:pt x="3081274" y="514604"/>
                    <a:pt x="3078480" y="518668"/>
                    <a:pt x="3074924" y="522224"/>
                  </a:cubicBezTo>
                  <a:cubicBezTo>
                    <a:pt x="3071368" y="525780"/>
                    <a:pt x="3067177" y="528574"/>
                    <a:pt x="3062605" y="530479"/>
                  </a:cubicBezTo>
                  <a:cubicBezTo>
                    <a:pt x="3058033" y="532384"/>
                    <a:pt x="3053080" y="533400"/>
                    <a:pt x="3048000" y="533400"/>
                  </a:cubicBezTo>
                  <a:lnTo>
                    <a:pt x="38100" y="533400"/>
                  </a:lnTo>
                  <a:cubicBezTo>
                    <a:pt x="33020" y="533400"/>
                    <a:pt x="28194" y="532384"/>
                    <a:pt x="23495" y="530479"/>
                  </a:cubicBezTo>
                  <a:cubicBezTo>
                    <a:pt x="18796" y="528574"/>
                    <a:pt x="14732" y="525780"/>
                    <a:pt x="11176" y="522224"/>
                  </a:cubicBezTo>
                  <a:cubicBezTo>
                    <a:pt x="7620" y="518668"/>
                    <a:pt x="4826" y="514477"/>
                    <a:pt x="2921" y="509905"/>
                  </a:cubicBezTo>
                  <a:cubicBezTo>
                    <a:pt x="1016" y="505333"/>
                    <a:pt x="0" y="500380"/>
                    <a:pt x="0" y="495300"/>
                  </a:cubicBezTo>
                  <a:close/>
                </a:path>
              </a:pathLst>
            </a:custGeom>
            <a:solidFill>
              <a:srgbClr val="FEFCE8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73304" y="273177"/>
              <a:ext cx="304546" cy="304546"/>
            </a:xfrm>
            <a:custGeom>
              <a:avLst/>
              <a:gdLst/>
              <a:ahLst/>
              <a:cxnLst/>
              <a:rect r="r" b="b" t="t" l="l"/>
              <a:pathLst>
                <a:path h="304546" w="304546">
                  <a:moveTo>
                    <a:pt x="304546" y="152273"/>
                  </a:moveTo>
                  <a:cubicBezTo>
                    <a:pt x="304546" y="162306"/>
                    <a:pt x="303530" y="172212"/>
                    <a:pt x="301625" y="181991"/>
                  </a:cubicBezTo>
                  <a:cubicBezTo>
                    <a:pt x="299720" y="191770"/>
                    <a:pt x="296799" y="201295"/>
                    <a:pt x="292989" y="210566"/>
                  </a:cubicBezTo>
                  <a:cubicBezTo>
                    <a:pt x="289179" y="219837"/>
                    <a:pt x="284480" y="228600"/>
                    <a:pt x="278892" y="236855"/>
                  </a:cubicBezTo>
                  <a:cubicBezTo>
                    <a:pt x="273304" y="245110"/>
                    <a:pt x="266954" y="252857"/>
                    <a:pt x="259969" y="259969"/>
                  </a:cubicBezTo>
                  <a:cubicBezTo>
                    <a:pt x="252984" y="267081"/>
                    <a:pt x="245237" y="273304"/>
                    <a:pt x="236855" y="278892"/>
                  </a:cubicBezTo>
                  <a:cubicBezTo>
                    <a:pt x="228473" y="284480"/>
                    <a:pt x="219710" y="289179"/>
                    <a:pt x="210566" y="292989"/>
                  </a:cubicBezTo>
                  <a:cubicBezTo>
                    <a:pt x="201422" y="296799"/>
                    <a:pt x="191770" y="299720"/>
                    <a:pt x="181991" y="301625"/>
                  </a:cubicBezTo>
                  <a:cubicBezTo>
                    <a:pt x="172212" y="303530"/>
                    <a:pt x="162306" y="304546"/>
                    <a:pt x="152273" y="304546"/>
                  </a:cubicBezTo>
                  <a:cubicBezTo>
                    <a:pt x="142240" y="304546"/>
                    <a:pt x="132334" y="303530"/>
                    <a:pt x="122555" y="301625"/>
                  </a:cubicBezTo>
                  <a:cubicBezTo>
                    <a:pt x="112776" y="299720"/>
                    <a:pt x="103251" y="296799"/>
                    <a:pt x="93980" y="292989"/>
                  </a:cubicBezTo>
                  <a:cubicBezTo>
                    <a:pt x="84709" y="289179"/>
                    <a:pt x="75946" y="284480"/>
                    <a:pt x="67691" y="278892"/>
                  </a:cubicBezTo>
                  <a:cubicBezTo>
                    <a:pt x="59436" y="273304"/>
                    <a:pt x="51689" y="266954"/>
                    <a:pt x="44577" y="259969"/>
                  </a:cubicBezTo>
                  <a:cubicBezTo>
                    <a:pt x="37465" y="252984"/>
                    <a:pt x="31242" y="245237"/>
                    <a:pt x="25654" y="236855"/>
                  </a:cubicBezTo>
                  <a:cubicBezTo>
                    <a:pt x="20066" y="228473"/>
                    <a:pt x="15367" y="219710"/>
                    <a:pt x="11557" y="210566"/>
                  </a:cubicBezTo>
                  <a:cubicBezTo>
                    <a:pt x="7747" y="201422"/>
                    <a:pt x="4826" y="191770"/>
                    <a:pt x="2921" y="181991"/>
                  </a:cubicBezTo>
                  <a:cubicBezTo>
                    <a:pt x="1016" y="172212"/>
                    <a:pt x="0" y="162306"/>
                    <a:pt x="0" y="152273"/>
                  </a:cubicBezTo>
                  <a:cubicBezTo>
                    <a:pt x="0" y="142240"/>
                    <a:pt x="1016" y="132334"/>
                    <a:pt x="2921" y="122555"/>
                  </a:cubicBezTo>
                  <a:cubicBezTo>
                    <a:pt x="4826" y="112776"/>
                    <a:pt x="7747" y="103251"/>
                    <a:pt x="11557" y="93980"/>
                  </a:cubicBezTo>
                  <a:cubicBezTo>
                    <a:pt x="15367" y="84709"/>
                    <a:pt x="20066" y="75946"/>
                    <a:pt x="25654" y="67691"/>
                  </a:cubicBezTo>
                  <a:cubicBezTo>
                    <a:pt x="31242" y="59436"/>
                    <a:pt x="37592" y="51689"/>
                    <a:pt x="44577" y="44577"/>
                  </a:cubicBezTo>
                  <a:cubicBezTo>
                    <a:pt x="51562" y="37465"/>
                    <a:pt x="59309" y="31242"/>
                    <a:pt x="67691" y="25654"/>
                  </a:cubicBezTo>
                  <a:cubicBezTo>
                    <a:pt x="76073" y="20066"/>
                    <a:pt x="84836" y="15367"/>
                    <a:pt x="93980" y="11557"/>
                  </a:cubicBezTo>
                  <a:cubicBezTo>
                    <a:pt x="103124" y="7747"/>
                    <a:pt x="112776" y="4826"/>
                    <a:pt x="122555" y="2921"/>
                  </a:cubicBezTo>
                  <a:cubicBezTo>
                    <a:pt x="132334" y="1016"/>
                    <a:pt x="142240" y="0"/>
                    <a:pt x="152273" y="0"/>
                  </a:cubicBezTo>
                  <a:cubicBezTo>
                    <a:pt x="162306" y="0"/>
                    <a:pt x="172212" y="1016"/>
                    <a:pt x="181991" y="2921"/>
                  </a:cubicBezTo>
                  <a:cubicBezTo>
                    <a:pt x="191770" y="4826"/>
                    <a:pt x="201295" y="7747"/>
                    <a:pt x="210566" y="11557"/>
                  </a:cubicBezTo>
                  <a:cubicBezTo>
                    <a:pt x="219837" y="15367"/>
                    <a:pt x="228600" y="20066"/>
                    <a:pt x="236855" y="25654"/>
                  </a:cubicBezTo>
                  <a:cubicBezTo>
                    <a:pt x="245110" y="31242"/>
                    <a:pt x="252857" y="37592"/>
                    <a:pt x="259969" y="44577"/>
                  </a:cubicBezTo>
                  <a:cubicBezTo>
                    <a:pt x="267081" y="51562"/>
                    <a:pt x="273304" y="59309"/>
                    <a:pt x="278892" y="67691"/>
                  </a:cubicBezTo>
                  <a:cubicBezTo>
                    <a:pt x="284480" y="76073"/>
                    <a:pt x="289179" y="84836"/>
                    <a:pt x="292989" y="93980"/>
                  </a:cubicBezTo>
                  <a:cubicBezTo>
                    <a:pt x="296799" y="103124"/>
                    <a:pt x="299720" y="112776"/>
                    <a:pt x="301625" y="122555"/>
                  </a:cubicBezTo>
                  <a:cubicBezTo>
                    <a:pt x="303530" y="132334"/>
                    <a:pt x="304546" y="142240"/>
                    <a:pt x="304546" y="152273"/>
                  </a:cubicBezTo>
                  <a:close/>
                </a:path>
              </a:pathLst>
            </a:custGeom>
            <a:solidFill>
              <a:srgbClr val="EAB308"/>
            </a:solid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2012082" y="1534092"/>
            <a:ext cx="14263823" cy="2121618"/>
          </a:xfrm>
          <a:custGeom>
            <a:avLst/>
            <a:gdLst/>
            <a:ahLst/>
            <a:cxnLst/>
            <a:rect r="r" b="b" t="t" l="l"/>
            <a:pathLst>
              <a:path h="2121618" w="14263823">
                <a:moveTo>
                  <a:pt x="0" y="0"/>
                </a:moveTo>
                <a:lnTo>
                  <a:pt x="14263823" y="0"/>
                </a:lnTo>
                <a:lnTo>
                  <a:pt x="14263823" y="2121618"/>
                </a:lnTo>
                <a:lnTo>
                  <a:pt x="0" y="21216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9209277" y="7017668"/>
            <a:ext cx="7066629" cy="3639393"/>
            <a:chOff x="0" y="0"/>
            <a:chExt cx="5499100" cy="28321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73025" y="73025"/>
              <a:ext cx="5353050" cy="2686050"/>
            </a:xfrm>
            <a:custGeom>
              <a:avLst/>
              <a:gdLst/>
              <a:ahLst/>
              <a:cxnLst/>
              <a:rect r="r" b="b" t="t" l="l"/>
              <a:pathLst>
                <a:path h="2686050" w="5353050">
                  <a:moveTo>
                    <a:pt x="0" y="2619375"/>
                  </a:moveTo>
                  <a:lnTo>
                    <a:pt x="0" y="66675"/>
                  </a:ln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lnTo>
                    <a:pt x="5286375" y="0"/>
                  </a:lnTo>
                  <a:cubicBezTo>
                    <a:pt x="5290693" y="0"/>
                    <a:pt x="5295138" y="381"/>
                    <a:pt x="5299329" y="1270"/>
                  </a:cubicBezTo>
                  <a:cubicBezTo>
                    <a:pt x="5303520" y="2159"/>
                    <a:pt x="5307838" y="3429"/>
                    <a:pt x="5311775" y="5080"/>
                  </a:cubicBezTo>
                  <a:cubicBezTo>
                    <a:pt x="5315712" y="6731"/>
                    <a:pt x="5319649" y="8763"/>
                    <a:pt x="5323332" y="11303"/>
                  </a:cubicBezTo>
                  <a:cubicBezTo>
                    <a:pt x="5327015" y="13843"/>
                    <a:pt x="5330317" y="16510"/>
                    <a:pt x="5333492" y="19558"/>
                  </a:cubicBezTo>
                  <a:cubicBezTo>
                    <a:pt x="5336667" y="22606"/>
                    <a:pt x="5339334" y="26035"/>
                    <a:pt x="5341747" y="29718"/>
                  </a:cubicBezTo>
                  <a:cubicBezTo>
                    <a:pt x="5344160" y="33401"/>
                    <a:pt x="5346192" y="37211"/>
                    <a:pt x="5347970" y="41275"/>
                  </a:cubicBezTo>
                  <a:cubicBezTo>
                    <a:pt x="5349747" y="45339"/>
                    <a:pt x="5350891" y="49530"/>
                    <a:pt x="5351780" y="53721"/>
                  </a:cubicBezTo>
                  <a:cubicBezTo>
                    <a:pt x="5352668" y="57912"/>
                    <a:pt x="5353050" y="62357"/>
                    <a:pt x="5353050" y="66675"/>
                  </a:cubicBezTo>
                  <a:lnTo>
                    <a:pt x="5353050" y="2619375"/>
                  </a:lnTo>
                  <a:cubicBezTo>
                    <a:pt x="5353050" y="2623693"/>
                    <a:pt x="5352669" y="2628138"/>
                    <a:pt x="5351780" y="2632329"/>
                  </a:cubicBezTo>
                  <a:cubicBezTo>
                    <a:pt x="5350890" y="2636520"/>
                    <a:pt x="5349620" y="2640838"/>
                    <a:pt x="5347970" y="2644775"/>
                  </a:cubicBezTo>
                  <a:cubicBezTo>
                    <a:pt x="5346319" y="2648712"/>
                    <a:pt x="5344287" y="2652649"/>
                    <a:pt x="5341747" y="2656332"/>
                  </a:cubicBezTo>
                  <a:cubicBezTo>
                    <a:pt x="5339207" y="2660015"/>
                    <a:pt x="5336540" y="2663317"/>
                    <a:pt x="5333492" y="2666492"/>
                  </a:cubicBezTo>
                  <a:cubicBezTo>
                    <a:pt x="5330444" y="2669667"/>
                    <a:pt x="5327015" y="2672334"/>
                    <a:pt x="5323332" y="2674747"/>
                  </a:cubicBezTo>
                  <a:cubicBezTo>
                    <a:pt x="5319649" y="2677160"/>
                    <a:pt x="5315839" y="2679192"/>
                    <a:pt x="5311775" y="2680970"/>
                  </a:cubicBezTo>
                  <a:cubicBezTo>
                    <a:pt x="5307711" y="2682748"/>
                    <a:pt x="5303520" y="2683891"/>
                    <a:pt x="5299329" y="2684780"/>
                  </a:cubicBezTo>
                  <a:cubicBezTo>
                    <a:pt x="5295138" y="2685669"/>
                    <a:pt x="5290693" y="2686050"/>
                    <a:pt x="5286375" y="2686050"/>
                  </a:cubicBezTo>
                  <a:lnTo>
                    <a:pt x="66675" y="2686050"/>
                  </a:lnTo>
                  <a:cubicBezTo>
                    <a:pt x="62357" y="2686050"/>
                    <a:pt x="57912" y="2685669"/>
                    <a:pt x="53721" y="2684780"/>
                  </a:cubicBezTo>
                  <a:cubicBezTo>
                    <a:pt x="49530" y="2683891"/>
                    <a:pt x="45212" y="2682621"/>
                    <a:pt x="41275" y="2680970"/>
                  </a:cubicBezTo>
                  <a:cubicBezTo>
                    <a:pt x="37338" y="2679319"/>
                    <a:pt x="33401" y="2677287"/>
                    <a:pt x="29718" y="2674747"/>
                  </a:cubicBezTo>
                  <a:cubicBezTo>
                    <a:pt x="26035" y="2672207"/>
                    <a:pt x="22733" y="2669540"/>
                    <a:pt x="19558" y="2666492"/>
                  </a:cubicBezTo>
                  <a:cubicBezTo>
                    <a:pt x="16383" y="2663444"/>
                    <a:pt x="13716" y="2660015"/>
                    <a:pt x="11303" y="2656332"/>
                  </a:cubicBezTo>
                  <a:cubicBezTo>
                    <a:pt x="8890" y="2652649"/>
                    <a:pt x="6858" y="2648839"/>
                    <a:pt x="5080" y="2644775"/>
                  </a:cubicBezTo>
                  <a:cubicBezTo>
                    <a:pt x="3302" y="2640711"/>
                    <a:pt x="2159" y="2636520"/>
                    <a:pt x="1270" y="2632329"/>
                  </a:cubicBezTo>
                  <a:cubicBezTo>
                    <a:pt x="381" y="2628138"/>
                    <a:pt x="0" y="2623693"/>
                    <a:pt x="0" y="2619375"/>
                  </a:cubicBezTo>
                  <a:close/>
                </a:path>
              </a:pathLst>
            </a:custGeom>
            <a:solidFill>
              <a:srgbClr val="FAF5FF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63373" y="63500"/>
              <a:ext cx="5372354" cy="2705227"/>
            </a:xfrm>
            <a:custGeom>
              <a:avLst/>
              <a:gdLst/>
              <a:ahLst/>
              <a:cxnLst/>
              <a:rect r="r" b="b" t="t" l="l"/>
              <a:pathLst>
                <a:path h="2705227" w="5372354">
                  <a:moveTo>
                    <a:pt x="127" y="2628900"/>
                  </a:moveTo>
                  <a:lnTo>
                    <a:pt x="127" y="76200"/>
                  </a:lnTo>
                  <a:lnTo>
                    <a:pt x="9652" y="76200"/>
                  </a:lnTo>
                  <a:lnTo>
                    <a:pt x="127" y="76200"/>
                  </a:lnTo>
                  <a:cubicBezTo>
                    <a:pt x="127" y="71247"/>
                    <a:pt x="635" y="66294"/>
                    <a:pt x="1651" y="61341"/>
                  </a:cubicBezTo>
                  <a:lnTo>
                    <a:pt x="1651" y="61341"/>
                  </a:lnTo>
                  <a:lnTo>
                    <a:pt x="1651" y="61341"/>
                  </a:lnTo>
                  <a:cubicBezTo>
                    <a:pt x="2667" y="56388"/>
                    <a:pt x="4064" y="51689"/>
                    <a:pt x="5969" y="46990"/>
                  </a:cubicBezTo>
                  <a:lnTo>
                    <a:pt x="5969" y="46990"/>
                  </a:lnTo>
                  <a:lnTo>
                    <a:pt x="5969" y="46990"/>
                  </a:lnTo>
                  <a:cubicBezTo>
                    <a:pt x="7874" y="42418"/>
                    <a:pt x="10287" y="37973"/>
                    <a:pt x="12954" y="33782"/>
                  </a:cubicBezTo>
                  <a:lnTo>
                    <a:pt x="20828" y="39116"/>
                  </a:lnTo>
                  <a:lnTo>
                    <a:pt x="12954" y="33782"/>
                  </a:lnTo>
                  <a:cubicBezTo>
                    <a:pt x="15748" y="29591"/>
                    <a:pt x="18923" y="25781"/>
                    <a:pt x="22479" y="22225"/>
                  </a:cubicBezTo>
                  <a:lnTo>
                    <a:pt x="29210" y="28956"/>
                  </a:lnTo>
                  <a:lnTo>
                    <a:pt x="22479" y="22225"/>
                  </a:lnTo>
                  <a:cubicBezTo>
                    <a:pt x="26035" y="18669"/>
                    <a:pt x="29845" y="15494"/>
                    <a:pt x="34036" y="12700"/>
                  </a:cubicBezTo>
                  <a:lnTo>
                    <a:pt x="39370" y="20574"/>
                  </a:lnTo>
                  <a:lnTo>
                    <a:pt x="34036" y="12700"/>
                  </a:lnTo>
                  <a:cubicBezTo>
                    <a:pt x="38227" y="9906"/>
                    <a:pt x="42545" y="7620"/>
                    <a:pt x="47244" y="5715"/>
                  </a:cubicBezTo>
                  <a:lnTo>
                    <a:pt x="47244" y="5715"/>
                  </a:lnTo>
                  <a:lnTo>
                    <a:pt x="47244" y="5715"/>
                  </a:lnTo>
                  <a:cubicBezTo>
                    <a:pt x="51816" y="3810"/>
                    <a:pt x="56642" y="2413"/>
                    <a:pt x="61595" y="1397"/>
                  </a:cubicBezTo>
                  <a:lnTo>
                    <a:pt x="63500" y="10795"/>
                  </a:lnTo>
                  <a:lnTo>
                    <a:pt x="61595" y="1397"/>
                  </a:lnTo>
                  <a:cubicBezTo>
                    <a:pt x="66421" y="508"/>
                    <a:pt x="71374" y="0"/>
                    <a:pt x="76327" y="0"/>
                  </a:cubicBezTo>
                  <a:lnTo>
                    <a:pt x="76327" y="9525"/>
                  </a:lnTo>
                  <a:lnTo>
                    <a:pt x="76327" y="0"/>
                  </a:lnTo>
                  <a:lnTo>
                    <a:pt x="5296027" y="0"/>
                  </a:lnTo>
                  <a:lnTo>
                    <a:pt x="5296027" y="9525"/>
                  </a:lnTo>
                  <a:lnTo>
                    <a:pt x="5296027" y="0"/>
                  </a:lnTo>
                  <a:cubicBezTo>
                    <a:pt x="5300980" y="0"/>
                    <a:pt x="5305933" y="508"/>
                    <a:pt x="5310886" y="1524"/>
                  </a:cubicBezTo>
                  <a:lnTo>
                    <a:pt x="5308981" y="10922"/>
                  </a:lnTo>
                  <a:lnTo>
                    <a:pt x="5310886" y="1524"/>
                  </a:lnTo>
                  <a:cubicBezTo>
                    <a:pt x="5315839" y="2540"/>
                    <a:pt x="5320538" y="3937"/>
                    <a:pt x="5325237" y="5842"/>
                  </a:cubicBezTo>
                  <a:lnTo>
                    <a:pt x="5325237" y="5842"/>
                  </a:lnTo>
                  <a:lnTo>
                    <a:pt x="5325237" y="5842"/>
                  </a:lnTo>
                  <a:cubicBezTo>
                    <a:pt x="5329809" y="7747"/>
                    <a:pt x="5334254" y="10160"/>
                    <a:pt x="5338445" y="12827"/>
                  </a:cubicBezTo>
                  <a:lnTo>
                    <a:pt x="5333111" y="20701"/>
                  </a:lnTo>
                  <a:lnTo>
                    <a:pt x="5338445" y="12827"/>
                  </a:lnTo>
                  <a:cubicBezTo>
                    <a:pt x="5342636" y="15621"/>
                    <a:pt x="5346446" y="18796"/>
                    <a:pt x="5350002" y="22352"/>
                  </a:cubicBezTo>
                  <a:lnTo>
                    <a:pt x="5343271" y="29083"/>
                  </a:lnTo>
                  <a:lnTo>
                    <a:pt x="5350002" y="22352"/>
                  </a:lnTo>
                  <a:cubicBezTo>
                    <a:pt x="5353558" y="25908"/>
                    <a:pt x="5356733" y="29718"/>
                    <a:pt x="5359527" y="33909"/>
                  </a:cubicBezTo>
                  <a:lnTo>
                    <a:pt x="5351653" y="39243"/>
                  </a:lnTo>
                  <a:lnTo>
                    <a:pt x="5359527" y="33909"/>
                  </a:lnTo>
                  <a:cubicBezTo>
                    <a:pt x="5362321" y="38100"/>
                    <a:pt x="5364607" y="42418"/>
                    <a:pt x="5366512" y="47117"/>
                  </a:cubicBezTo>
                  <a:lnTo>
                    <a:pt x="5357749" y="50800"/>
                  </a:lnTo>
                  <a:lnTo>
                    <a:pt x="5366512" y="47117"/>
                  </a:lnTo>
                  <a:cubicBezTo>
                    <a:pt x="5368417" y="51689"/>
                    <a:pt x="5369814" y="56515"/>
                    <a:pt x="5370830" y="61468"/>
                  </a:cubicBezTo>
                  <a:lnTo>
                    <a:pt x="5370830" y="61468"/>
                  </a:lnTo>
                  <a:lnTo>
                    <a:pt x="5370830" y="61468"/>
                  </a:lnTo>
                  <a:cubicBezTo>
                    <a:pt x="5371846" y="66421"/>
                    <a:pt x="5372354" y="71374"/>
                    <a:pt x="5372354" y="76327"/>
                  </a:cubicBezTo>
                  <a:lnTo>
                    <a:pt x="5362829" y="76327"/>
                  </a:lnTo>
                  <a:lnTo>
                    <a:pt x="5372354" y="76327"/>
                  </a:lnTo>
                  <a:lnTo>
                    <a:pt x="5372354" y="2628900"/>
                  </a:lnTo>
                  <a:lnTo>
                    <a:pt x="5362829" y="2628900"/>
                  </a:lnTo>
                  <a:lnTo>
                    <a:pt x="5372354" y="2628900"/>
                  </a:lnTo>
                  <a:cubicBezTo>
                    <a:pt x="5372354" y="2633853"/>
                    <a:pt x="5371846" y="2638806"/>
                    <a:pt x="5370830" y="2643759"/>
                  </a:cubicBezTo>
                  <a:lnTo>
                    <a:pt x="5370830" y="2643759"/>
                  </a:lnTo>
                  <a:lnTo>
                    <a:pt x="5370830" y="2643759"/>
                  </a:lnTo>
                  <a:cubicBezTo>
                    <a:pt x="5369814" y="2648712"/>
                    <a:pt x="5368417" y="2653411"/>
                    <a:pt x="5366512" y="2658110"/>
                  </a:cubicBezTo>
                  <a:lnTo>
                    <a:pt x="5366512" y="2658110"/>
                  </a:lnTo>
                  <a:lnTo>
                    <a:pt x="5366512" y="2658110"/>
                  </a:lnTo>
                  <a:cubicBezTo>
                    <a:pt x="5364607" y="2662682"/>
                    <a:pt x="5362194" y="2667127"/>
                    <a:pt x="5359527" y="2671318"/>
                  </a:cubicBezTo>
                  <a:lnTo>
                    <a:pt x="5351653" y="2665984"/>
                  </a:lnTo>
                  <a:lnTo>
                    <a:pt x="5359527" y="2671318"/>
                  </a:lnTo>
                  <a:cubicBezTo>
                    <a:pt x="5356733" y="2675509"/>
                    <a:pt x="5353558" y="2679319"/>
                    <a:pt x="5350002" y="2682875"/>
                  </a:cubicBezTo>
                  <a:lnTo>
                    <a:pt x="5350002" y="2682875"/>
                  </a:lnTo>
                  <a:lnTo>
                    <a:pt x="5350002" y="2682875"/>
                  </a:lnTo>
                  <a:cubicBezTo>
                    <a:pt x="5346446" y="2686431"/>
                    <a:pt x="5342637" y="2689606"/>
                    <a:pt x="5338445" y="2692400"/>
                  </a:cubicBezTo>
                  <a:lnTo>
                    <a:pt x="5338445" y="2692400"/>
                  </a:lnTo>
                  <a:lnTo>
                    <a:pt x="5338445" y="2692400"/>
                  </a:lnTo>
                  <a:cubicBezTo>
                    <a:pt x="5334255" y="2695194"/>
                    <a:pt x="5329936" y="2697480"/>
                    <a:pt x="5325237" y="2699385"/>
                  </a:cubicBezTo>
                  <a:lnTo>
                    <a:pt x="5321554" y="2690622"/>
                  </a:lnTo>
                  <a:lnTo>
                    <a:pt x="5325237" y="2699385"/>
                  </a:lnTo>
                  <a:cubicBezTo>
                    <a:pt x="5320665" y="2701290"/>
                    <a:pt x="5315839" y="2702687"/>
                    <a:pt x="5310886" y="2703703"/>
                  </a:cubicBezTo>
                  <a:lnTo>
                    <a:pt x="5308981" y="2694305"/>
                  </a:lnTo>
                  <a:lnTo>
                    <a:pt x="5310886" y="2703703"/>
                  </a:lnTo>
                  <a:cubicBezTo>
                    <a:pt x="5305933" y="2704719"/>
                    <a:pt x="5300980" y="2705227"/>
                    <a:pt x="5296027" y="2705227"/>
                  </a:cubicBezTo>
                  <a:lnTo>
                    <a:pt x="5296027" y="2695702"/>
                  </a:lnTo>
                  <a:lnTo>
                    <a:pt x="5296027" y="2705227"/>
                  </a:lnTo>
                  <a:lnTo>
                    <a:pt x="76327" y="2705227"/>
                  </a:lnTo>
                  <a:lnTo>
                    <a:pt x="76327" y="2695702"/>
                  </a:lnTo>
                  <a:lnTo>
                    <a:pt x="76327" y="2705227"/>
                  </a:lnTo>
                  <a:cubicBezTo>
                    <a:pt x="71374" y="2705227"/>
                    <a:pt x="66421" y="2704719"/>
                    <a:pt x="61468" y="2703703"/>
                  </a:cubicBezTo>
                  <a:lnTo>
                    <a:pt x="63373" y="2694305"/>
                  </a:lnTo>
                  <a:lnTo>
                    <a:pt x="61468" y="2703703"/>
                  </a:lnTo>
                  <a:cubicBezTo>
                    <a:pt x="56515" y="2702687"/>
                    <a:pt x="51816" y="2701290"/>
                    <a:pt x="47117" y="2699385"/>
                  </a:cubicBezTo>
                  <a:lnTo>
                    <a:pt x="50800" y="2690622"/>
                  </a:lnTo>
                  <a:lnTo>
                    <a:pt x="47117" y="2699385"/>
                  </a:lnTo>
                  <a:cubicBezTo>
                    <a:pt x="42545" y="2697480"/>
                    <a:pt x="38100" y="2695067"/>
                    <a:pt x="33909" y="2692400"/>
                  </a:cubicBezTo>
                  <a:lnTo>
                    <a:pt x="39243" y="2684526"/>
                  </a:lnTo>
                  <a:lnTo>
                    <a:pt x="33909" y="2692400"/>
                  </a:lnTo>
                  <a:cubicBezTo>
                    <a:pt x="29718" y="2689606"/>
                    <a:pt x="25908" y="2686431"/>
                    <a:pt x="22352" y="2682875"/>
                  </a:cubicBezTo>
                  <a:lnTo>
                    <a:pt x="22352" y="2682875"/>
                  </a:lnTo>
                  <a:lnTo>
                    <a:pt x="22352" y="2682875"/>
                  </a:lnTo>
                  <a:cubicBezTo>
                    <a:pt x="18796" y="2679319"/>
                    <a:pt x="15621" y="2675509"/>
                    <a:pt x="12827" y="2671318"/>
                  </a:cubicBezTo>
                  <a:lnTo>
                    <a:pt x="20701" y="2665984"/>
                  </a:lnTo>
                  <a:lnTo>
                    <a:pt x="12827" y="2671318"/>
                  </a:lnTo>
                  <a:cubicBezTo>
                    <a:pt x="10033" y="2667127"/>
                    <a:pt x="7747" y="2662809"/>
                    <a:pt x="5842" y="2658110"/>
                  </a:cubicBezTo>
                  <a:lnTo>
                    <a:pt x="5842" y="2658110"/>
                  </a:lnTo>
                  <a:lnTo>
                    <a:pt x="5842" y="2658110"/>
                  </a:lnTo>
                  <a:cubicBezTo>
                    <a:pt x="3937" y="2653538"/>
                    <a:pt x="2540" y="2648712"/>
                    <a:pt x="1524" y="2643759"/>
                  </a:cubicBezTo>
                  <a:lnTo>
                    <a:pt x="1524" y="2643759"/>
                  </a:lnTo>
                  <a:lnTo>
                    <a:pt x="1524" y="2643759"/>
                  </a:lnTo>
                  <a:cubicBezTo>
                    <a:pt x="508" y="2638806"/>
                    <a:pt x="0" y="2633853"/>
                    <a:pt x="0" y="2628900"/>
                  </a:cubicBezTo>
                  <a:lnTo>
                    <a:pt x="9525" y="2628900"/>
                  </a:lnTo>
                  <a:lnTo>
                    <a:pt x="127" y="2628900"/>
                  </a:lnTo>
                  <a:moveTo>
                    <a:pt x="19177" y="2628900"/>
                  </a:moveTo>
                  <a:cubicBezTo>
                    <a:pt x="19177" y="2632710"/>
                    <a:pt x="19558" y="2636393"/>
                    <a:pt x="20320" y="2640076"/>
                  </a:cubicBezTo>
                  <a:lnTo>
                    <a:pt x="10922" y="2641981"/>
                  </a:lnTo>
                  <a:lnTo>
                    <a:pt x="20320" y="2640076"/>
                  </a:lnTo>
                  <a:cubicBezTo>
                    <a:pt x="21082" y="2643759"/>
                    <a:pt x="22098" y="2647315"/>
                    <a:pt x="23622" y="2650744"/>
                  </a:cubicBezTo>
                  <a:lnTo>
                    <a:pt x="14859" y="2654427"/>
                  </a:lnTo>
                  <a:lnTo>
                    <a:pt x="23622" y="2650744"/>
                  </a:lnTo>
                  <a:cubicBezTo>
                    <a:pt x="25019" y="2654173"/>
                    <a:pt x="26797" y="2657475"/>
                    <a:pt x="28956" y="2660650"/>
                  </a:cubicBezTo>
                  <a:lnTo>
                    <a:pt x="28956" y="2660650"/>
                  </a:lnTo>
                  <a:lnTo>
                    <a:pt x="28956" y="2660650"/>
                  </a:lnTo>
                  <a:cubicBezTo>
                    <a:pt x="30988" y="2663825"/>
                    <a:pt x="33401" y="2666619"/>
                    <a:pt x="36068" y="2669286"/>
                  </a:cubicBezTo>
                  <a:lnTo>
                    <a:pt x="29337" y="2676017"/>
                  </a:lnTo>
                  <a:lnTo>
                    <a:pt x="36068" y="2669286"/>
                  </a:lnTo>
                  <a:cubicBezTo>
                    <a:pt x="38735" y="2671953"/>
                    <a:pt x="41656" y="2674366"/>
                    <a:pt x="44704" y="2676398"/>
                  </a:cubicBezTo>
                  <a:cubicBezTo>
                    <a:pt x="47752" y="2678430"/>
                    <a:pt x="51054" y="2680208"/>
                    <a:pt x="54610" y="2681732"/>
                  </a:cubicBezTo>
                  <a:cubicBezTo>
                    <a:pt x="58166" y="2683256"/>
                    <a:pt x="61595" y="2684272"/>
                    <a:pt x="65278" y="2685034"/>
                  </a:cubicBezTo>
                  <a:lnTo>
                    <a:pt x="65278" y="2685034"/>
                  </a:lnTo>
                  <a:lnTo>
                    <a:pt x="65278" y="2685034"/>
                  </a:lnTo>
                  <a:cubicBezTo>
                    <a:pt x="68961" y="2685796"/>
                    <a:pt x="72644" y="2686177"/>
                    <a:pt x="76454" y="2686177"/>
                  </a:cubicBezTo>
                  <a:lnTo>
                    <a:pt x="5296027" y="2686177"/>
                  </a:lnTo>
                  <a:cubicBezTo>
                    <a:pt x="5299837" y="2686177"/>
                    <a:pt x="5303520" y="2685796"/>
                    <a:pt x="5307203" y="2685034"/>
                  </a:cubicBezTo>
                  <a:cubicBezTo>
                    <a:pt x="5310886" y="2684272"/>
                    <a:pt x="5314442" y="2683256"/>
                    <a:pt x="5317871" y="2681732"/>
                  </a:cubicBezTo>
                  <a:cubicBezTo>
                    <a:pt x="5321300" y="2680208"/>
                    <a:pt x="5324602" y="2678557"/>
                    <a:pt x="5327777" y="2676398"/>
                  </a:cubicBezTo>
                  <a:lnTo>
                    <a:pt x="5333111" y="2684272"/>
                  </a:lnTo>
                  <a:lnTo>
                    <a:pt x="5327777" y="2676398"/>
                  </a:lnTo>
                  <a:cubicBezTo>
                    <a:pt x="5330952" y="2674366"/>
                    <a:pt x="5333746" y="2671953"/>
                    <a:pt x="5336413" y="2669286"/>
                  </a:cubicBezTo>
                  <a:lnTo>
                    <a:pt x="5343144" y="2676017"/>
                  </a:lnTo>
                  <a:lnTo>
                    <a:pt x="5336413" y="2669286"/>
                  </a:lnTo>
                  <a:cubicBezTo>
                    <a:pt x="5339080" y="2666619"/>
                    <a:pt x="5341493" y="2663698"/>
                    <a:pt x="5343525" y="2660650"/>
                  </a:cubicBezTo>
                  <a:lnTo>
                    <a:pt x="5343525" y="2660650"/>
                  </a:lnTo>
                  <a:lnTo>
                    <a:pt x="5343525" y="2660650"/>
                  </a:lnTo>
                  <a:cubicBezTo>
                    <a:pt x="5345557" y="2657475"/>
                    <a:pt x="5347335" y="2654300"/>
                    <a:pt x="5348859" y="2650744"/>
                  </a:cubicBezTo>
                  <a:lnTo>
                    <a:pt x="5357622" y="2654427"/>
                  </a:lnTo>
                  <a:lnTo>
                    <a:pt x="5348859" y="2650744"/>
                  </a:lnTo>
                  <a:cubicBezTo>
                    <a:pt x="5350256" y="2647315"/>
                    <a:pt x="5351399" y="2643759"/>
                    <a:pt x="5352161" y="2640076"/>
                  </a:cubicBezTo>
                  <a:lnTo>
                    <a:pt x="5361559" y="2641981"/>
                  </a:lnTo>
                  <a:lnTo>
                    <a:pt x="5352161" y="2640076"/>
                  </a:lnTo>
                  <a:cubicBezTo>
                    <a:pt x="5352923" y="2636393"/>
                    <a:pt x="5353304" y="2632710"/>
                    <a:pt x="5353304" y="2628900"/>
                  </a:cubicBezTo>
                  <a:lnTo>
                    <a:pt x="5353304" y="76200"/>
                  </a:lnTo>
                  <a:cubicBezTo>
                    <a:pt x="5353304" y="72390"/>
                    <a:pt x="5352923" y="68707"/>
                    <a:pt x="5352161" y="65024"/>
                  </a:cubicBezTo>
                  <a:lnTo>
                    <a:pt x="5361559" y="63119"/>
                  </a:lnTo>
                  <a:lnTo>
                    <a:pt x="5352161" y="65024"/>
                  </a:lnTo>
                  <a:cubicBezTo>
                    <a:pt x="5351399" y="61341"/>
                    <a:pt x="5350383" y="57785"/>
                    <a:pt x="5348859" y="54356"/>
                  </a:cubicBezTo>
                  <a:cubicBezTo>
                    <a:pt x="5347335" y="50927"/>
                    <a:pt x="5345684" y="47625"/>
                    <a:pt x="5343525" y="44450"/>
                  </a:cubicBezTo>
                  <a:lnTo>
                    <a:pt x="5343525" y="44450"/>
                  </a:lnTo>
                  <a:lnTo>
                    <a:pt x="5343525" y="44450"/>
                  </a:lnTo>
                  <a:cubicBezTo>
                    <a:pt x="5341493" y="41275"/>
                    <a:pt x="5339080" y="38481"/>
                    <a:pt x="5336413" y="35814"/>
                  </a:cubicBezTo>
                  <a:cubicBezTo>
                    <a:pt x="5333746" y="33147"/>
                    <a:pt x="5330825" y="30734"/>
                    <a:pt x="5327777" y="28702"/>
                  </a:cubicBezTo>
                  <a:cubicBezTo>
                    <a:pt x="5324729" y="26670"/>
                    <a:pt x="5321427" y="24892"/>
                    <a:pt x="5317871" y="23368"/>
                  </a:cubicBezTo>
                  <a:lnTo>
                    <a:pt x="5321554" y="14605"/>
                  </a:lnTo>
                  <a:lnTo>
                    <a:pt x="5317871" y="23368"/>
                  </a:lnTo>
                  <a:cubicBezTo>
                    <a:pt x="5314442" y="21971"/>
                    <a:pt x="5310886" y="20828"/>
                    <a:pt x="5307203" y="20066"/>
                  </a:cubicBezTo>
                  <a:cubicBezTo>
                    <a:pt x="5303520" y="19304"/>
                    <a:pt x="5299837" y="18923"/>
                    <a:pt x="5296027" y="18923"/>
                  </a:cubicBezTo>
                  <a:lnTo>
                    <a:pt x="76327" y="18923"/>
                  </a:lnTo>
                  <a:cubicBezTo>
                    <a:pt x="72517" y="18923"/>
                    <a:pt x="68834" y="19304"/>
                    <a:pt x="65151" y="20066"/>
                  </a:cubicBezTo>
                  <a:lnTo>
                    <a:pt x="65151" y="20066"/>
                  </a:lnTo>
                  <a:lnTo>
                    <a:pt x="65151" y="20066"/>
                  </a:lnTo>
                  <a:cubicBezTo>
                    <a:pt x="61468" y="20828"/>
                    <a:pt x="57912" y="21844"/>
                    <a:pt x="54483" y="23368"/>
                  </a:cubicBezTo>
                  <a:lnTo>
                    <a:pt x="50800" y="14605"/>
                  </a:lnTo>
                  <a:lnTo>
                    <a:pt x="54483" y="23368"/>
                  </a:lnTo>
                  <a:cubicBezTo>
                    <a:pt x="51054" y="24765"/>
                    <a:pt x="47752" y="26543"/>
                    <a:pt x="44577" y="28702"/>
                  </a:cubicBezTo>
                  <a:cubicBezTo>
                    <a:pt x="41402" y="30861"/>
                    <a:pt x="38608" y="33147"/>
                    <a:pt x="35941" y="35814"/>
                  </a:cubicBezTo>
                  <a:cubicBezTo>
                    <a:pt x="33274" y="38481"/>
                    <a:pt x="30861" y="41402"/>
                    <a:pt x="28829" y="44450"/>
                  </a:cubicBezTo>
                  <a:lnTo>
                    <a:pt x="28829" y="44450"/>
                  </a:lnTo>
                  <a:lnTo>
                    <a:pt x="28829" y="44450"/>
                  </a:lnTo>
                  <a:cubicBezTo>
                    <a:pt x="26797" y="47625"/>
                    <a:pt x="25019" y="50800"/>
                    <a:pt x="23495" y="54356"/>
                  </a:cubicBezTo>
                  <a:lnTo>
                    <a:pt x="14732" y="50673"/>
                  </a:lnTo>
                  <a:lnTo>
                    <a:pt x="23495" y="54356"/>
                  </a:lnTo>
                  <a:cubicBezTo>
                    <a:pt x="22098" y="57785"/>
                    <a:pt x="20955" y="61341"/>
                    <a:pt x="20193" y="65024"/>
                  </a:cubicBezTo>
                  <a:lnTo>
                    <a:pt x="10795" y="63119"/>
                  </a:lnTo>
                  <a:lnTo>
                    <a:pt x="20193" y="65024"/>
                  </a:lnTo>
                  <a:cubicBezTo>
                    <a:pt x="19431" y="68707"/>
                    <a:pt x="19050" y="72390"/>
                    <a:pt x="19050" y="76200"/>
                  </a:cubicBezTo>
                  <a:lnTo>
                    <a:pt x="19050" y="2628900"/>
                  </a:lnTo>
                  <a:close/>
                </a:path>
              </a:pathLst>
            </a:custGeom>
            <a:solidFill>
              <a:srgbClr val="D8B4FE"/>
            </a:solidFill>
          </p:spPr>
        </p:sp>
      </p:grpSp>
      <p:grpSp>
        <p:nvGrpSpPr>
          <p:cNvPr name="Group 21" id="21"/>
          <p:cNvGrpSpPr>
            <a:grpSpLocks noChangeAspect="true"/>
          </p:cNvGrpSpPr>
          <p:nvPr/>
        </p:nvGrpSpPr>
        <p:grpSpPr>
          <a:xfrm rot="0">
            <a:off x="11608341" y="3884196"/>
            <a:ext cx="4667564" cy="2904986"/>
            <a:chOff x="0" y="0"/>
            <a:chExt cx="3632200" cy="22606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73025" y="73025"/>
              <a:ext cx="3486150" cy="2114550"/>
            </a:xfrm>
            <a:custGeom>
              <a:avLst/>
              <a:gdLst/>
              <a:ahLst/>
              <a:cxnLst/>
              <a:rect r="r" b="b" t="t" l="l"/>
              <a:pathLst>
                <a:path h="2114550" w="3486150">
                  <a:moveTo>
                    <a:pt x="0" y="2047875"/>
                  </a:moveTo>
                  <a:lnTo>
                    <a:pt x="0" y="66675"/>
                  </a:ln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lnTo>
                    <a:pt x="3419475" y="0"/>
                  </a:lnTo>
                  <a:cubicBezTo>
                    <a:pt x="3423793" y="0"/>
                    <a:pt x="3428238" y="381"/>
                    <a:pt x="3432429" y="1270"/>
                  </a:cubicBezTo>
                  <a:cubicBezTo>
                    <a:pt x="3436620" y="2159"/>
                    <a:pt x="3440938" y="3429"/>
                    <a:pt x="3444875" y="5080"/>
                  </a:cubicBezTo>
                  <a:cubicBezTo>
                    <a:pt x="3448812" y="6731"/>
                    <a:pt x="3452749" y="8763"/>
                    <a:pt x="3456432" y="11303"/>
                  </a:cubicBezTo>
                  <a:cubicBezTo>
                    <a:pt x="3460115" y="13843"/>
                    <a:pt x="3463417" y="16510"/>
                    <a:pt x="3466592" y="19558"/>
                  </a:cubicBezTo>
                  <a:cubicBezTo>
                    <a:pt x="3469767" y="22606"/>
                    <a:pt x="3472434" y="26035"/>
                    <a:pt x="3474847" y="29718"/>
                  </a:cubicBezTo>
                  <a:cubicBezTo>
                    <a:pt x="3477260" y="33401"/>
                    <a:pt x="3479292" y="37211"/>
                    <a:pt x="3481070" y="41275"/>
                  </a:cubicBezTo>
                  <a:cubicBezTo>
                    <a:pt x="3482847" y="45339"/>
                    <a:pt x="3483991" y="49530"/>
                    <a:pt x="3484880" y="53721"/>
                  </a:cubicBezTo>
                  <a:cubicBezTo>
                    <a:pt x="3485768" y="57912"/>
                    <a:pt x="3486150" y="62357"/>
                    <a:pt x="3486150" y="66675"/>
                  </a:cubicBezTo>
                  <a:lnTo>
                    <a:pt x="3486150" y="2047875"/>
                  </a:lnTo>
                  <a:cubicBezTo>
                    <a:pt x="3486150" y="2052193"/>
                    <a:pt x="3485769" y="2056638"/>
                    <a:pt x="3484880" y="2060829"/>
                  </a:cubicBezTo>
                  <a:cubicBezTo>
                    <a:pt x="3483990" y="2065020"/>
                    <a:pt x="3482720" y="2069338"/>
                    <a:pt x="3481070" y="2073275"/>
                  </a:cubicBezTo>
                  <a:cubicBezTo>
                    <a:pt x="3479419" y="2077212"/>
                    <a:pt x="3477387" y="2081149"/>
                    <a:pt x="3474847" y="2084832"/>
                  </a:cubicBezTo>
                  <a:cubicBezTo>
                    <a:pt x="3472307" y="2088515"/>
                    <a:pt x="3469640" y="2091817"/>
                    <a:pt x="3466592" y="2094992"/>
                  </a:cubicBezTo>
                  <a:cubicBezTo>
                    <a:pt x="3463544" y="2098167"/>
                    <a:pt x="3460115" y="2100834"/>
                    <a:pt x="3456432" y="2103247"/>
                  </a:cubicBezTo>
                  <a:cubicBezTo>
                    <a:pt x="3452749" y="2105660"/>
                    <a:pt x="3448939" y="2107692"/>
                    <a:pt x="3444875" y="2109470"/>
                  </a:cubicBezTo>
                  <a:cubicBezTo>
                    <a:pt x="3440811" y="2111248"/>
                    <a:pt x="3436620" y="2112391"/>
                    <a:pt x="3432429" y="2113280"/>
                  </a:cubicBezTo>
                  <a:cubicBezTo>
                    <a:pt x="3428238" y="2114169"/>
                    <a:pt x="3423793" y="2114550"/>
                    <a:pt x="3419475" y="2114550"/>
                  </a:cubicBezTo>
                  <a:lnTo>
                    <a:pt x="66675" y="2114550"/>
                  </a:lnTo>
                  <a:cubicBezTo>
                    <a:pt x="62357" y="2114550"/>
                    <a:pt x="57912" y="2114169"/>
                    <a:pt x="53721" y="2113280"/>
                  </a:cubicBezTo>
                  <a:cubicBezTo>
                    <a:pt x="49530" y="2112391"/>
                    <a:pt x="45212" y="2111121"/>
                    <a:pt x="41275" y="2109470"/>
                  </a:cubicBezTo>
                  <a:cubicBezTo>
                    <a:pt x="37338" y="2107819"/>
                    <a:pt x="33401" y="2105787"/>
                    <a:pt x="29718" y="2103247"/>
                  </a:cubicBezTo>
                  <a:cubicBezTo>
                    <a:pt x="26035" y="2100707"/>
                    <a:pt x="22733" y="2098040"/>
                    <a:pt x="19558" y="2094992"/>
                  </a:cubicBezTo>
                  <a:cubicBezTo>
                    <a:pt x="16383" y="2091944"/>
                    <a:pt x="13716" y="2088515"/>
                    <a:pt x="11303" y="2084832"/>
                  </a:cubicBezTo>
                  <a:cubicBezTo>
                    <a:pt x="8890" y="2081149"/>
                    <a:pt x="6858" y="2077339"/>
                    <a:pt x="5080" y="2073275"/>
                  </a:cubicBezTo>
                  <a:cubicBezTo>
                    <a:pt x="3302" y="2069211"/>
                    <a:pt x="2159" y="2065020"/>
                    <a:pt x="1270" y="2060829"/>
                  </a:cubicBezTo>
                  <a:cubicBezTo>
                    <a:pt x="381" y="2056638"/>
                    <a:pt x="0" y="2052193"/>
                    <a:pt x="0" y="204787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63373" y="63500"/>
              <a:ext cx="3505454" cy="2133727"/>
            </a:xfrm>
            <a:custGeom>
              <a:avLst/>
              <a:gdLst/>
              <a:ahLst/>
              <a:cxnLst/>
              <a:rect r="r" b="b" t="t" l="l"/>
              <a:pathLst>
                <a:path h="2133727" w="3505454">
                  <a:moveTo>
                    <a:pt x="127" y="2057400"/>
                  </a:moveTo>
                  <a:lnTo>
                    <a:pt x="127" y="76200"/>
                  </a:lnTo>
                  <a:lnTo>
                    <a:pt x="9652" y="76200"/>
                  </a:lnTo>
                  <a:lnTo>
                    <a:pt x="127" y="76200"/>
                  </a:lnTo>
                  <a:cubicBezTo>
                    <a:pt x="127" y="71247"/>
                    <a:pt x="635" y="66294"/>
                    <a:pt x="1651" y="61341"/>
                  </a:cubicBezTo>
                  <a:lnTo>
                    <a:pt x="11049" y="63246"/>
                  </a:lnTo>
                  <a:lnTo>
                    <a:pt x="1651" y="61341"/>
                  </a:lnTo>
                  <a:cubicBezTo>
                    <a:pt x="2667" y="56388"/>
                    <a:pt x="4064" y="51689"/>
                    <a:pt x="5969" y="46990"/>
                  </a:cubicBezTo>
                  <a:lnTo>
                    <a:pt x="14732" y="50673"/>
                  </a:lnTo>
                  <a:lnTo>
                    <a:pt x="5969" y="46990"/>
                  </a:lnTo>
                  <a:cubicBezTo>
                    <a:pt x="7874" y="42418"/>
                    <a:pt x="10287" y="37973"/>
                    <a:pt x="12954" y="33782"/>
                  </a:cubicBezTo>
                  <a:lnTo>
                    <a:pt x="12954" y="33782"/>
                  </a:lnTo>
                  <a:lnTo>
                    <a:pt x="12954" y="33782"/>
                  </a:lnTo>
                  <a:cubicBezTo>
                    <a:pt x="15748" y="29591"/>
                    <a:pt x="18923" y="25781"/>
                    <a:pt x="22479" y="22225"/>
                  </a:cubicBezTo>
                  <a:lnTo>
                    <a:pt x="22479" y="22225"/>
                  </a:lnTo>
                  <a:lnTo>
                    <a:pt x="22479" y="22225"/>
                  </a:lnTo>
                  <a:cubicBezTo>
                    <a:pt x="26035" y="18669"/>
                    <a:pt x="29845" y="15494"/>
                    <a:pt x="34036" y="12700"/>
                  </a:cubicBezTo>
                  <a:lnTo>
                    <a:pt x="39370" y="20574"/>
                  </a:lnTo>
                  <a:lnTo>
                    <a:pt x="34036" y="12700"/>
                  </a:lnTo>
                  <a:cubicBezTo>
                    <a:pt x="38227" y="9906"/>
                    <a:pt x="42545" y="7620"/>
                    <a:pt x="47244" y="5715"/>
                  </a:cubicBezTo>
                  <a:lnTo>
                    <a:pt x="50927" y="14478"/>
                  </a:lnTo>
                  <a:lnTo>
                    <a:pt x="47244" y="5715"/>
                  </a:lnTo>
                  <a:cubicBezTo>
                    <a:pt x="51816" y="3810"/>
                    <a:pt x="56642" y="2413"/>
                    <a:pt x="61595" y="1397"/>
                  </a:cubicBezTo>
                  <a:lnTo>
                    <a:pt x="63500" y="10795"/>
                  </a:lnTo>
                  <a:lnTo>
                    <a:pt x="61595" y="1397"/>
                  </a:lnTo>
                  <a:cubicBezTo>
                    <a:pt x="66421" y="508"/>
                    <a:pt x="71374" y="0"/>
                    <a:pt x="76327" y="0"/>
                  </a:cubicBezTo>
                  <a:lnTo>
                    <a:pt x="76327" y="9525"/>
                  </a:lnTo>
                  <a:lnTo>
                    <a:pt x="76327" y="0"/>
                  </a:lnTo>
                  <a:lnTo>
                    <a:pt x="3429127" y="0"/>
                  </a:lnTo>
                  <a:lnTo>
                    <a:pt x="3429127" y="9525"/>
                  </a:lnTo>
                  <a:lnTo>
                    <a:pt x="3429127" y="0"/>
                  </a:lnTo>
                  <a:cubicBezTo>
                    <a:pt x="3434080" y="0"/>
                    <a:pt x="3439033" y="508"/>
                    <a:pt x="3443986" y="1524"/>
                  </a:cubicBezTo>
                  <a:lnTo>
                    <a:pt x="3442081" y="10922"/>
                  </a:lnTo>
                  <a:lnTo>
                    <a:pt x="3443986" y="1524"/>
                  </a:lnTo>
                  <a:cubicBezTo>
                    <a:pt x="3448939" y="2540"/>
                    <a:pt x="3453638" y="3937"/>
                    <a:pt x="3458337" y="5842"/>
                  </a:cubicBezTo>
                  <a:lnTo>
                    <a:pt x="3454654" y="14605"/>
                  </a:lnTo>
                  <a:lnTo>
                    <a:pt x="3458337" y="5842"/>
                  </a:lnTo>
                  <a:cubicBezTo>
                    <a:pt x="3462909" y="7747"/>
                    <a:pt x="3467354" y="10160"/>
                    <a:pt x="3471545" y="12827"/>
                  </a:cubicBezTo>
                  <a:lnTo>
                    <a:pt x="3466211" y="20701"/>
                  </a:lnTo>
                  <a:lnTo>
                    <a:pt x="3471545" y="12827"/>
                  </a:lnTo>
                  <a:cubicBezTo>
                    <a:pt x="3475736" y="15621"/>
                    <a:pt x="3479546" y="18796"/>
                    <a:pt x="3483102" y="22352"/>
                  </a:cubicBezTo>
                  <a:lnTo>
                    <a:pt x="3476371" y="29083"/>
                  </a:lnTo>
                  <a:lnTo>
                    <a:pt x="3483102" y="22352"/>
                  </a:lnTo>
                  <a:cubicBezTo>
                    <a:pt x="3486658" y="25908"/>
                    <a:pt x="3489833" y="29718"/>
                    <a:pt x="3492627" y="33909"/>
                  </a:cubicBezTo>
                  <a:lnTo>
                    <a:pt x="3484753" y="39243"/>
                  </a:lnTo>
                  <a:lnTo>
                    <a:pt x="3492627" y="33909"/>
                  </a:lnTo>
                  <a:cubicBezTo>
                    <a:pt x="3495421" y="38100"/>
                    <a:pt x="3497707" y="42418"/>
                    <a:pt x="3499612" y="47117"/>
                  </a:cubicBezTo>
                  <a:lnTo>
                    <a:pt x="3490849" y="50800"/>
                  </a:lnTo>
                  <a:lnTo>
                    <a:pt x="3499612" y="47117"/>
                  </a:lnTo>
                  <a:cubicBezTo>
                    <a:pt x="3501517" y="51689"/>
                    <a:pt x="3502914" y="56515"/>
                    <a:pt x="3503930" y="61468"/>
                  </a:cubicBezTo>
                  <a:lnTo>
                    <a:pt x="3494532" y="63373"/>
                  </a:lnTo>
                  <a:lnTo>
                    <a:pt x="3503930" y="61468"/>
                  </a:lnTo>
                  <a:cubicBezTo>
                    <a:pt x="3504946" y="66421"/>
                    <a:pt x="3505454" y="71374"/>
                    <a:pt x="3505454" y="76327"/>
                  </a:cubicBezTo>
                  <a:lnTo>
                    <a:pt x="3495929" y="76327"/>
                  </a:lnTo>
                  <a:lnTo>
                    <a:pt x="3505454" y="76327"/>
                  </a:lnTo>
                  <a:lnTo>
                    <a:pt x="3505454" y="2057400"/>
                  </a:lnTo>
                  <a:lnTo>
                    <a:pt x="3495929" y="2057400"/>
                  </a:lnTo>
                  <a:lnTo>
                    <a:pt x="3505454" y="2057400"/>
                  </a:lnTo>
                  <a:cubicBezTo>
                    <a:pt x="3505454" y="2062353"/>
                    <a:pt x="3504946" y="2067306"/>
                    <a:pt x="3503930" y="2072259"/>
                  </a:cubicBezTo>
                  <a:lnTo>
                    <a:pt x="3494532" y="2070354"/>
                  </a:lnTo>
                  <a:lnTo>
                    <a:pt x="3503930" y="2072259"/>
                  </a:lnTo>
                  <a:cubicBezTo>
                    <a:pt x="3502914" y="2077212"/>
                    <a:pt x="3501517" y="2081911"/>
                    <a:pt x="3499612" y="2086610"/>
                  </a:cubicBezTo>
                  <a:lnTo>
                    <a:pt x="3490849" y="2082927"/>
                  </a:lnTo>
                  <a:lnTo>
                    <a:pt x="3499612" y="2086610"/>
                  </a:lnTo>
                  <a:cubicBezTo>
                    <a:pt x="3497707" y="2091182"/>
                    <a:pt x="3495294" y="2095627"/>
                    <a:pt x="3492627" y="2099818"/>
                  </a:cubicBezTo>
                  <a:lnTo>
                    <a:pt x="3492627" y="2099818"/>
                  </a:lnTo>
                  <a:lnTo>
                    <a:pt x="3492627" y="2099818"/>
                  </a:lnTo>
                  <a:cubicBezTo>
                    <a:pt x="3489833" y="2104009"/>
                    <a:pt x="3486658" y="2107819"/>
                    <a:pt x="3483102" y="2111375"/>
                  </a:cubicBezTo>
                  <a:lnTo>
                    <a:pt x="3476371" y="2104644"/>
                  </a:lnTo>
                  <a:lnTo>
                    <a:pt x="3483102" y="2111375"/>
                  </a:lnTo>
                  <a:cubicBezTo>
                    <a:pt x="3479546" y="2114931"/>
                    <a:pt x="3475737" y="2118106"/>
                    <a:pt x="3471545" y="2120900"/>
                  </a:cubicBezTo>
                  <a:lnTo>
                    <a:pt x="3466211" y="2113026"/>
                  </a:lnTo>
                  <a:lnTo>
                    <a:pt x="3471545" y="2120900"/>
                  </a:lnTo>
                  <a:cubicBezTo>
                    <a:pt x="3467355" y="2123694"/>
                    <a:pt x="3463036" y="2125980"/>
                    <a:pt x="3458337" y="2127885"/>
                  </a:cubicBezTo>
                  <a:lnTo>
                    <a:pt x="3454654" y="2119122"/>
                  </a:lnTo>
                  <a:lnTo>
                    <a:pt x="3458337" y="2127885"/>
                  </a:lnTo>
                  <a:cubicBezTo>
                    <a:pt x="3453765" y="2129790"/>
                    <a:pt x="3448939" y="2131187"/>
                    <a:pt x="3443986" y="2132203"/>
                  </a:cubicBezTo>
                  <a:lnTo>
                    <a:pt x="3442081" y="2122805"/>
                  </a:lnTo>
                  <a:lnTo>
                    <a:pt x="3443986" y="2132203"/>
                  </a:lnTo>
                  <a:cubicBezTo>
                    <a:pt x="3439033" y="2133219"/>
                    <a:pt x="3434080" y="2133727"/>
                    <a:pt x="3429127" y="2133727"/>
                  </a:cubicBezTo>
                  <a:lnTo>
                    <a:pt x="3429127" y="2124202"/>
                  </a:lnTo>
                  <a:lnTo>
                    <a:pt x="3429127" y="2133727"/>
                  </a:lnTo>
                  <a:lnTo>
                    <a:pt x="76327" y="2133727"/>
                  </a:lnTo>
                  <a:lnTo>
                    <a:pt x="76327" y="2124202"/>
                  </a:lnTo>
                  <a:lnTo>
                    <a:pt x="76327" y="2133727"/>
                  </a:lnTo>
                  <a:cubicBezTo>
                    <a:pt x="71374" y="2133727"/>
                    <a:pt x="66421" y="2133219"/>
                    <a:pt x="61468" y="2132203"/>
                  </a:cubicBezTo>
                  <a:lnTo>
                    <a:pt x="63373" y="2122805"/>
                  </a:lnTo>
                  <a:lnTo>
                    <a:pt x="61468" y="2132203"/>
                  </a:lnTo>
                  <a:cubicBezTo>
                    <a:pt x="56515" y="2131187"/>
                    <a:pt x="51816" y="2129790"/>
                    <a:pt x="47117" y="2127885"/>
                  </a:cubicBezTo>
                  <a:lnTo>
                    <a:pt x="50800" y="2119122"/>
                  </a:lnTo>
                  <a:lnTo>
                    <a:pt x="47117" y="2127885"/>
                  </a:lnTo>
                  <a:cubicBezTo>
                    <a:pt x="42545" y="2125980"/>
                    <a:pt x="38100" y="2123567"/>
                    <a:pt x="33909" y="2120900"/>
                  </a:cubicBezTo>
                  <a:lnTo>
                    <a:pt x="39243" y="2113026"/>
                  </a:lnTo>
                  <a:lnTo>
                    <a:pt x="33909" y="2120900"/>
                  </a:lnTo>
                  <a:cubicBezTo>
                    <a:pt x="29718" y="2118106"/>
                    <a:pt x="25908" y="2114931"/>
                    <a:pt x="22352" y="2111375"/>
                  </a:cubicBezTo>
                  <a:lnTo>
                    <a:pt x="22352" y="2111375"/>
                  </a:lnTo>
                  <a:lnTo>
                    <a:pt x="22352" y="2111375"/>
                  </a:lnTo>
                  <a:cubicBezTo>
                    <a:pt x="18796" y="2107819"/>
                    <a:pt x="15621" y="2104009"/>
                    <a:pt x="12827" y="2099818"/>
                  </a:cubicBezTo>
                  <a:lnTo>
                    <a:pt x="12827" y="2099818"/>
                  </a:lnTo>
                  <a:lnTo>
                    <a:pt x="12827" y="2099818"/>
                  </a:lnTo>
                  <a:cubicBezTo>
                    <a:pt x="10033" y="2095627"/>
                    <a:pt x="7747" y="2091309"/>
                    <a:pt x="5842" y="2086610"/>
                  </a:cubicBezTo>
                  <a:lnTo>
                    <a:pt x="14605" y="2082927"/>
                  </a:lnTo>
                  <a:lnTo>
                    <a:pt x="5842" y="2086610"/>
                  </a:lnTo>
                  <a:cubicBezTo>
                    <a:pt x="3937" y="2082038"/>
                    <a:pt x="2540" y="2077212"/>
                    <a:pt x="1524" y="2072259"/>
                  </a:cubicBezTo>
                  <a:lnTo>
                    <a:pt x="10922" y="2070354"/>
                  </a:lnTo>
                  <a:lnTo>
                    <a:pt x="1524" y="2072259"/>
                  </a:lnTo>
                  <a:cubicBezTo>
                    <a:pt x="508" y="2067306"/>
                    <a:pt x="0" y="2062353"/>
                    <a:pt x="0" y="2057400"/>
                  </a:cubicBezTo>
                  <a:lnTo>
                    <a:pt x="9525" y="2057400"/>
                  </a:lnTo>
                  <a:lnTo>
                    <a:pt x="127" y="2057400"/>
                  </a:lnTo>
                  <a:moveTo>
                    <a:pt x="19177" y="2057400"/>
                  </a:moveTo>
                  <a:cubicBezTo>
                    <a:pt x="19177" y="2061210"/>
                    <a:pt x="19558" y="2064893"/>
                    <a:pt x="20320" y="2068576"/>
                  </a:cubicBezTo>
                  <a:lnTo>
                    <a:pt x="20320" y="2068576"/>
                  </a:lnTo>
                  <a:lnTo>
                    <a:pt x="20320" y="2068576"/>
                  </a:lnTo>
                  <a:cubicBezTo>
                    <a:pt x="21082" y="2072259"/>
                    <a:pt x="22098" y="2075815"/>
                    <a:pt x="23622" y="2079244"/>
                  </a:cubicBezTo>
                  <a:lnTo>
                    <a:pt x="23622" y="2079244"/>
                  </a:lnTo>
                  <a:lnTo>
                    <a:pt x="23622" y="2079244"/>
                  </a:lnTo>
                  <a:cubicBezTo>
                    <a:pt x="25019" y="2082673"/>
                    <a:pt x="26797" y="2085975"/>
                    <a:pt x="28956" y="2089150"/>
                  </a:cubicBezTo>
                  <a:lnTo>
                    <a:pt x="21082" y="2094484"/>
                  </a:lnTo>
                  <a:lnTo>
                    <a:pt x="28956" y="2089150"/>
                  </a:lnTo>
                  <a:cubicBezTo>
                    <a:pt x="30988" y="2092325"/>
                    <a:pt x="33401" y="2095119"/>
                    <a:pt x="36068" y="2097786"/>
                  </a:cubicBezTo>
                  <a:lnTo>
                    <a:pt x="29337" y="2104517"/>
                  </a:lnTo>
                  <a:lnTo>
                    <a:pt x="36068" y="2097786"/>
                  </a:lnTo>
                  <a:cubicBezTo>
                    <a:pt x="38735" y="2100453"/>
                    <a:pt x="41656" y="2102866"/>
                    <a:pt x="44704" y="2104898"/>
                  </a:cubicBezTo>
                  <a:lnTo>
                    <a:pt x="44704" y="2104898"/>
                  </a:lnTo>
                  <a:lnTo>
                    <a:pt x="44704" y="2104898"/>
                  </a:lnTo>
                  <a:cubicBezTo>
                    <a:pt x="47879" y="2106930"/>
                    <a:pt x="51054" y="2108708"/>
                    <a:pt x="54610" y="2110232"/>
                  </a:cubicBezTo>
                  <a:lnTo>
                    <a:pt x="54610" y="2110232"/>
                  </a:lnTo>
                  <a:lnTo>
                    <a:pt x="54610" y="2110232"/>
                  </a:lnTo>
                  <a:cubicBezTo>
                    <a:pt x="58039" y="2111629"/>
                    <a:pt x="61595" y="2112772"/>
                    <a:pt x="65278" y="2113534"/>
                  </a:cubicBezTo>
                  <a:cubicBezTo>
                    <a:pt x="68961" y="2114296"/>
                    <a:pt x="72644" y="2114677"/>
                    <a:pt x="76454" y="2114677"/>
                  </a:cubicBezTo>
                  <a:lnTo>
                    <a:pt x="3429127" y="2114677"/>
                  </a:lnTo>
                  <a:cubicBezTo>
                    <a:pt x="3432937" y="2114677"/>
                    <a:pt x="3436620" y="2114296"/>
                    <a:pt x="3440303" y="2113534"/>
                  </a:cubicBezTo>
                  <a:lnTo>
                    <a:pt x="3440303" y="2113534"/>
                  </a:lnTo>
                  <a:lnTo>
                    <a:pt x="3440303" y="2113534"/>
                  </a:lnTo>
                  <a:cubicBezTo>
                    <a:pt x="3443986" y="2112772"/>
                    <a:pt x="3447542" y="2111756"/>
                    <a:pt x="3450971" y="2110232"/>
                  </a:cubicBezTo>
                  <a:lnTo>
                    <a:pt x="3450971" y="2110232"/>
                  </a:lnTo>
                  <a:lnTo>
                    <a:pt x="3450971" y="2110232"/>
                  </a:lnTo>
                  <a:cubicBezTo>
                    <a:pt x="3454400" y="2108835"/>
                    <a:pt x="3457702" y="2107057"/>
                    <a:pt x="3460877" y="2104898"/>
                  </a:cubicBezTo>
                  <a:lnTo>
                    <a:pt x="3460877" y="2104898"/>
                  </a:lnTo>
                  <a:lnTo>
                    <a:pt x="3460877" y="2104898"/>
                  </a:lnTo>
                  <a:cubicBezTo>
                    <a:pt x="3464052" y="2102866"/>
                    <a:pt x="3466846" y="2100453"/>
                    <a:pt x="3469513" y="2097786"/>
                  </a:cubicBezTo>
                  <a:lnTo>
                    <a:pt x="3469513" y="2097786"/>
                  </a:lnTo>
                  <a:lnTo>
                    <a:pt x="3469513" y="2097786"/>
                  </a:lnTo>
                  <a:cubicBezTo>
                    <a:pt x="3472180" y="2095119"/>
                    <a:pt x="3474593" y="2092198"/>
                    <a:pt x="3476625" y="2089150"/>
                  </a:cubicBezTo>
                  <a:lnTo>
                    <a:pt x="3484499" y="2094484"/>
                  </a:lnTo>
                  <a:lnTo>
                    <a:pt x="3476625" y="2089150"/>
                  </a:lnTo>
                  <a:cubicBezTo>
                    <a:pt x="3478657" y="2085975"/>
                    <a:pt x="3480435" y="2082800"/>
                    <a:pt x="3481959" y="2079244"/>
                  </a:cubicBezTo>
                  <a:cubicBezTo>
                    <a:pt x="3483483" y="2075688"/>
                    <a:pt x="3484499" y="2072259"/>
                    <a:pt x="3485261" y="2068576"/>
                  </a:cubicBezTo>
                  <a:lnTo>
                    <a:pt x="3485261" y="2068576"/>
                  </a:lnTo>
                  <a:lnTo>
                    <a:pt x="3485261" y="2068576"/>
                  </a:lnTo>
                  <a:cubicBezTo>
                    <a:pt x="3486023" y="2064893"/>
                    <a:pt x="3486404" y="2061210"/>
                    <a:pt x="3486404" y="2057400"/>
                  </a:cubicBezTo>
                  <a:lnTo>
                    <a:pt x="3486404" y="76200"/>
                  </a:lnTo>
                  <a:cubicBezTo>
                    <a:pt x="3486404" y="72390"/>
                    <a:pt x="3486023" y="68707"/>
                    <a:pt x="3485261" y="65024"/>
                  </a:cubicBezTo>
                  <a:cubicBezTo>
                    <a:pt x="3484499" y="61341"/>
                    <a:pt x="3483483" y="57785"/>
                    <a:pt x="3481959" y="54356"/>
                  </a:cubicBezTo>
                  <a:cubicBezTo>
                    <a:pt x="3480435" y="50927"/>
                    <a:pt x="3478784" y="47625"/>
                    <a:pt x="3476625" y="44450"/>
                  </a:cubicBezTo>
                  <a:cubicBezTo>
                    <a:pt x="3474466" y="41275"/>
                    <a:pt x="3472180" y="38481"/>
                    <a:pt x="3469513" y="35814"/>
                  </a:cubicBezTo>
                  <a:lnTo>
                    <a:pt x="3469513" y="35814"/>
                  </a:lnTo>
                  <a:lnTo>
                    <a:pt x="3469513" y="35814"/>
                  </a:lnTo>
                  <a:cubicBezTo>
                    <a:pt x="3466846" y="33147"/>
                    <a:pt x="3463925" y="30734"/>
                    <a:pt x="3460877" y="28702"/>
                  </a:cubicBezTo>
                  <a:lnTo>
                    <a:pt x="3460877" y="28702"/>
                  </a:lnTo>
                  <a:lnTo>
                    <a:pt x="3460877" y="28702"/>
                  </a:lnTo>
                  <a:cubicBezTo>
                    <a:pt x="3457702" y="26670"/>
                    <a:pt x="3454527" y="24892"/>
                    <a:pt x="3450971" y="23368"/>
                  </a:cubicBezTo>
                  <a:lnTo>
                    <a:pt x="3450971" y="23368"/>
                  </a:lnTo>
                  <a:lnTo>
                    <a:pt x="3450971" y="23368"/>
                  </a:lnTo>
                  <a:cubicBezTo>
                    <a:pt x="3447542" y="21971"/>
                    <a:pt x="3443986" y="20828"/>
                    <a:pt x="3440303" y="20066"/>
                  </a:cubicBezTo>
                  <a:lnTo>
                    <a:pt x="3440303" y="20066"/>
                  </a:lnTo>
                  <a:lnTo>
                    <a:pt x="3440303" y="20066"/>
                  </a:lnTo>
                  <a:cubicBezTo>
                    <a:pt x="3436620" y="19304"/>
                    <a:pt x="3432937" y="18923"/>
                    <a:pt x="3429127" y="18923"/>
                  </a:cubicBezTo>
                  <a:lnTo>
                    <a:pt x="76327" y="18923"/>
                  </a:lnTo>
                  <a:cubicBezTo>
                    <a:pt x="72517" y="18923"/>
                    <a:pt x="68834" y="19304"/>
                    <a:pt x="65151" y="20066"/>
                  </a:cubicBezTo>
                  <a:lnTo>
                    <a:pt x="65151" y="20066"/>
                  </a:lnTo>
                  <a:lnTo>
                    <a:pt x="65151" y="20066"/>
                  </a:lnTo>
                  <a:cubicBezTo>
                    <a:pt x="61468" y="20828"/>
                    <a:pt x="57912" y="21844"/>
                    <a:pt x="54483" y="23368"/>
                  </a:cubicBezTo>
                  <a:cubicBezTo>
                    <a:pt x="51054" y="24892"/>
                    <a:pt x="47752" y="26543"/>
                    <a:pt x="44577" y="28702"/>
                  </a:cubicBezTo>
                  <a:lnTo>
                    <a:pt x="44577" y="28702"/>
                  </a:lnTo>
                  <a:lnTo>
                    <a:pt x="44577" y="28702"/>
                  </a:lnTo>
                  <a:cubicBezTo>
                    <a:pt x="41402" y="30734"/>
                    <a:pt x="38608" y="33147"/>
                    <a:pt x="35941" y="35814"/>
                  </a:cubicBezTo>
                  <a:lnTo>
                    <a:pt x="29210" y="29083"/>
                  </a:lnTo>
                  <a:lnTo>
                    <a:pt x="35941" y="35814"/>
                  </a:lnTo>
                  <a:cubicBezTo>
                    <a:pt x="33274" y="38481"/>
                    <a:pt x="30861" y="41402"/>
                    <a:pt x="28829" y="44450"/>
                  </a:cubicBezTo>
                  <a:lnTo>
                    <a:pt x="20955" y="39116"/>
                  </a:lnTo>
                  <a:lnTo>
                    <a:pt x="28829" y="44450"/>
                  </a:lnTo>
                  <a:cubicBezTo>
                    <a:pt x="26797" y="47625"/>
                    <a:pt x="25019" y="50800"/>
                    <a:pt x="23495" y="54356"/>
                  </a:cubicBezTo>
                  <a:lnTo>
                    <a:pt x="23495" y="54356"/>
                  </a:lnTo>
                  <a:lnTo>
                    <a:pt x="23495" y="54356"/>
                  </a:lnTo>
                  <a:cubicBezTo>
                    <a:pt x="22098" y="57785"/>
                    <a:pt x="20955" y="61341"/>
                    <a:pt x="20193" y="65024"/>
                  </a:cubicBezTo>
                  <a:cubicBezTo>
                    <a:pt x="19431" y="68707"/>
                    <a:pt x="19050" y="72390"/>
                    <a:pt x="19050" y="76200"/>
                  </a:cubicBezTo>
                  <a:lnTo>
                    <a:pt x="19050" y="2057400"/>
                  </a:lnTo>
                  <a:close/>
                </a:path>
              </a:pathLst>
            </a:custGeom>
            <a:solidFill>
              <a:srgbClr val="BBF7D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273050" y="1454150"/>
              <a:ext cx="3086100" cy="381000"/>
            </a:xfrm>
            <a:custGeom>
              <a:avLst/>
              <a:gdLst/>
              <a:ahLst/>
              <a:cxnLst/>
              <a:rect r="r" b="b" t="t" l="l"/>
              <a:pathLst>
                <a:path h="381000" w="3086100">
                  <a:moveTo>
                    <a:pt x="0" y="342900"/>
                  </a:moveTo>
                  <a:lnTo>
                    <a:pt x="0" y="38100"/>
                  </a:lnTo>
                  <a:cubicBezTo>
                    <a:pt x="0" y="33020"/>
                    <a:pt x="1016" y="28194"/>
                    <a:pt x="2921" y="23495"/>
                  </a:cubicBezTo>
                  <a:cubicBezTo>
                    <a:pt x="4826" y="18796"/>
                    <a:pt x="7620" y="14732"/>
                    <a:pt x="11176" y="11176"/>
                  </a:cubicBezTo>
                  <a:cubicBezTo>
                    <a:pt x="14732" y="7620"/>
                    <a:pt x="18923" y="4826"/>
                    <a:pt x="23495" y="2921"/>
                  </a:cubicBezTo>
                  <a:cubicBezTo>
                    <a:pt x="28067" y="1016"/>
                    <a:pt x="33020" y="0"/>
                    <a:pt x="38100" y="0"/>
                  </a:cubicBezTo>
                  <a:lnTo>
                    <a:pt x="3048000" y="0"/>
                  </a:lnTo>
                  <a:cubicBezTo>
                    <a:pt x="3053080" y="0"/>
                    <a:pt x="3057906" y="1016"/>
                    <a:pt x="3062605" y="2921"/>
                  </a:cubicBezTo>
                  <a:cubicBezTo>
                    <a:pt x="3067304" y="4826"/>
                    <a:pt x="3071368" y="7620"/>
                    <a:pt x="3074924" y="11176"/>
                  </a:cubicBezTo>
                  <a:cubicBezTo>
                    <a:pt x="3078480" y="14732"/>
                    <a:pt x="3081274" y="18923"/>
                    <a:pt x="3083179" y="23495"/>
                  </a:cubicBezTo>
                  <a:cubicBezTo>
                    <a:pt x="3085084" y="28067"/>
                    <a:pt x="3086100" y="33020"/>
                    <a:pt x="3086100" y="38100"/>
                  </a:cubicBezTo>
                  <a:lnTo>
                    <a:pt x="3086100" y="342900"/>
                  </a:lnTo>
                  <a:cubicBezTo>
                    <a:pt x="3086100" y="347980"/>
                    <a:pt x="3085084" y="352806"/>
                    <a:pt x="3083179" y="357505"/>
                  </a:cubicBezTo>
                  <a:cubicBezTo>
                    <a:pt x="3081274" y="362204"/>
                    <a:pt x="3078480" y="366268"/>
                    <a:pt x="3074924" y="369824"/>
                  </a:cubicBezTo>
                  <a:cubicBezTo>
                    <a:pt x="3071368" y="373380"/>
                    <a:pt x="3067177" y="376174"/>
                    <a:pt x="3062605" y="378079"/>
                  </a:cubicBezTo>
                  <a:cubicBezTo>
                    <a:pt x="3058033" y="379984"/>
                    <a:pt x="3053080" y="381000"/>
                    <a:pt x="3048000" y="381000"/>
                  </a:cubicBezTo>
                  <a:lnTo>
                    <a:pt x="38100" y="381000"/>
                  </a:lnTo>
                  <a:cubicBezTo>
                    <a:pt x="33020" y="381000"/>
                    <a:pt x="28194" y="379984"/>
                    <a:pt x="23495" y="378079"/>
                  </a:cubicBezTo>
                  <a:cubicBezTo>
                    <a:pt x="18796" y="376174"/>
                    <a:pt x="14732" y="373380"/>
                    <a:pt x="11176" y="369824"/>
                  </a:cubicBezTo>
                  <a:cubicBezTo>
                    <a:pt x="7620" y="366268"/>
                    <a:pt x="4826" y="362077"/>
                    <a:pt x="2921" y="357505"/>
                  </a:cubicBezTo>
                  <a:cubicBezTo>
                    <a:pt x="1016" y="352933"/>
                    <a:pt x="0" y="347980"/>
                    <a:pt x="0" y="342900"/>
                  </a:cubicBezTo>
                  <a:close/>
                </a:path>
              </a:pathLst>
            </a:custGeom>
            <a:solidFill>
              <a:srgbClr val="F0FDF4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273304" y="273177"/>
              <a:ext cx="304546" cy="304546"/>
            </a:xfrm>
            <a:custGeom>
              <a:avLst/>
              <a:gdLst/>
              <a:ahLst/>
              <a:cxnLst/>
              <a:rect r="r" b="b" t="t" l="l"/>
              <a:pathLst>
                <a:path h="304546" w="304546">
                  <a:moveTo>
                    <a:pt x="304546" y="152273"/>
                  </a:moveTo>
                  <a:cubicBezTo>
                    <a:pt x="304546" y="162306"/>
                    <a:pt x="303530" y="172212"/>
                    <a:pt x="301625" y="181991"/>
                  </a:cubicBezTo>
                  <a:cubicBezTo>
                    <a:pt x="299720" y="191770"/>
                    <a:pt x="296799" y="201295"/>
                    <a:pt x="292989" y="210566"/>
                  </a:cubicBezTo>
                  <a:cubicBezTo>
                    <a:pt x="289179" y="219837"/>
                    <a:pt x="284480" y="228600"/>
                    <a:pt x="278892" y="236855"/>
                  </a:cubicBezTo>
                  <a:cubicBezTo>
                    <a:pt x="273304" y="245110"/>
                    <a:pt x="266954" y="252857"/>
                    <a:pt x="259969" y="259969"/>
                  </a:cubicBezTo>
                  <a:cubicBezTo>
                    <a:pt x="252984" y="267081"/>
                    <a:pt x="245237" y="273304"/>
                    <a:pt x="236855" y="278892"/>
                  </a:cubicBezTo>
                  <a:cubicBezTo>
                    <a:pt x="228473" y="284480"/>
                    <a:pt x="219710" y="289179"/>
                    <a:pt x="210566" y="292989"/>
                  </a:cubicBezTo>
                  <a:cubicBezTo>
                    <a:pt x="201422" y="296799"/>
                    <a:pt x="191770" y="299720"/>
                    <a:pt x="181991" y="301625"/>
                  </a:cubicBezTo>
                  <a:cubicBezTo>
                    <a:pt x="172212" y="303530"/>
                    <a:pt x="162306" y="304546"/>
                    <a:pt x="152273" y="304546"/>
                  </a:cubicBezTo>
                  <a:cubicBezTo>
                    <a:pt x="142240" y="304546"/>
                    <a:pt x="132334" y="303530"/>
                    <a:pt x="122555" y="301625"/>
                  </a:cubicBezTo>
                  <a:cubicBezTo>
                    <a:pt x="112776" y="299720"/>
                    <a:pt x="103251" y="296799"/>
                    <a:pt x="93980" y="292989"/>
                  </a:cubicBezTo>
                  <a:cubicBezTo>
                    <a:pt x="84709" y="289179"/>
                    <a:pt x="75946" y="284480"/>
                    <a:pt x="67691" y="278892"/>
                  </a:cubicBezTo>
                  <a:cubicBezTo>
                    <a:pt x="59436" y="273304"/>
                    <a:pt x="51689" y="266954"/>
                    <a:pt x="44577" y="259969"/>
                  </a:cubicBezTo>
                  <a:cubicBezTo>
                    <a:pt x="37465" y="252984"/>
                    <a:pt x="31242" y="245237"/>
                    <a:pt x="25654" y="236855"/>
                  </a:cubicBezTo>
                  <a:cubicBezTo>
                    <a:pt x="20066" y="228473"/>
                    <a:pt x="15367" y="219710"/>
                    <a:pt x="11557" y="210566"/>
                  </a:cubicBezTo>
                  <a:cubicBezTo>
                    <a:pt x="7747" y="201422"/>
                    <a:pt x="4826" y="191770"/>
                    <a:pt x="2921" y="181991"/>
                  </a:cubicBezTo>
                  <a:cubicBezTo>
                    <a:pt x="1016" y="172212"/>
                    <a:pt x="0" y="162306"/>
                    <a:pt x="0" y="152273"/>
                  </a:cubicBezTo>
                  <a:cubicBezTo>
                    <a:pt x="0" y="142240"/>
                    <a:pt x="1016" y="132334"/>
                    <a:pt x="2921" y="122555"/>
                  </a:cubicBezTo>
                  <a:cubicBezTo>
                    <a:pt x="4826" y="112776"/>
                    <a:pt x="7747" y="103251"/>
                    <a:pt x="11557" y="93980"/>
                  </a:cubicBezTo>
                  <a:cubicBezTo>
                    <a:pt x="15367" y="84709"/>
                    <a:pt x="20066" y="75946"/>
                    <a:pt x="25654" y="67691"/>
                  </a:cubicBezTo>
                  <a:cubicBezTo>
                    <a:pt x="31242" y="59436"/>
                    <a:pt x="37592" y="51689"/>
                    <a:pt x="44577" y="44577"/>
                  </a:cubicBezTo>
                  <a:cubicBezTo>
                    <a:pt x="51562" y="37465"/>
                    <a:pt x="59309" y="31242"/>
                    <a:pt x="67691" y="25654"/>
                  </a:cubicBezTo>
                  <a:cubicBezTo>
                    <a:pt x="76073" y="20066"/>
                    <a:pt x="84836" y="15367"/>
                    <a:pt x="93980" y="11557"/>
                  </a:cubicBezTo>
                  <a:cubicBezTo>
                    <a:pt x="103124" y="7747"/>
                    <a:pt x="112776" y="4826"/>
                    <a:pt x="122555" y="2921"/>
                  </a:cubicBezTo>
                  <a:cubicBezTo>
                    <a:pt x="132334" y="1016"/>
                    <a:pt x="142240" y="0"/>
                    <a:pt x="152273" y="0"/>
                  </a:cubicBezTo>
                  <a:cubicBezTo>
                    <a:pt x="162306" y="0"/>
                    <a:pt x="172212" y="1016"/>
                    <a:pt x="181991" y="2921"/>
                  </a:cubicBezTo>
                  <a:cubicBezTo>
                    <a:pt x="191770" y="4826"/>
                    <a:pt x="201295" y="7747"/>
                    <a:pt x="210566" y="11557"/>
                  </a:cubicBezTo>
                  <a:cubicBezTo>
                    <a:pt x="219837" y="15367"/>
                    <a:pt x="228600" y="20066"/>
                    <a:pt x="236855" y="25654"/>
                  </a:cubicBezTo>
                  <a:cubicBezTo>
                    <a:pt x="245110" y="31242"/>
                    <a:pt x="252857" y="37592"/>
                    <a:pt x="259969" y="44577"/>
                  </a:cubicBezTo>
                  <a:cubicBezTo>
                    <a:pt x="267081" y="51562"/>
                    <a:pt x="273304" y="59309"/>
                    <a:pt x="278892" y="67691"/>
                  </a:cubicBezTo>
                  <a:cubicBezTo>
                    <a:pt x="284480" y="76073"/>
                    <a:pt x="289179" y="84836"/>
                    <a:pt x="292989" y="93980"/>
                  </a:cubicBezTo>
                  <a:cubicBezTo>
                    <a:pt x="296799" y="103124"/>
                    <a:pt x="299720" y="112776"/>
                    <a:pt x="301625" y="122555"/>
                  </a:cubicBezTo>
                  <a:cubicBezTo>
                    <a:pt x="303530" y="132334"/>
                    <a:pt x="304546" y="142240"/>
                    <a:pt x="304546" y="152273"/>
                  </a:cubicBezTo>
                  <a:close/>
                </a:path>
              </a:pathLst>
            </a:custGeom>
            <a:solidFill>
              <a:srgbClr val="22C55E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2093687" y="561133"/>
            <a:ext cx="3788172" cy="527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7"/>
              </a:lnSpc>
            </a:pPr>
            <a:r>
              <a:rPr lang="en-US" sz="3469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Literature Survey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785254" y="7434436"/>
            <a:ext cx="2958194" cy="294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8"/>
              </a:lnSpc>
            </a:pPr>
            <a:r>
              <a:rPr lang="en-US" sz="1927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Current State-of-the-Art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436411" y="1926379"/>
            <a:ext cx="4973041" cy="294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8"/>
              </a:lnSpc>
            </a:pPr>
            <a:r>
              <a:rPr lang="en-US" sz="1927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The Problem &amp; The Evolution of Solutions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951848" y="7434436"/>
            <a:ext cx="2064456" cy="294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8"/>
              </a:lnSpc>
            </a:pPr>
            <a:r>
              <a:rPr lang="en-US" sz="1927">
                <a:solidFill>
                  <a:srgbClr val="6B21A8"/>
                </a:solidFill>
                <a:latin typeface="Inter"/>
                <a:ea typeface="Inter"/>
                <a:cs typeface="Inter"/>
                <a:sym typeface="Inter"/>
              </a:rPr>
              <a:t>Future Directions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411931" y="9053817"/>
            <a:ext cx="4461134" cy="1193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8"/>
              </a:lnSpc>
            </a:pPr>
            <a:r>
              <a:rPr lang="en-US" sz="1542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Persistent Challenges</a:t>
            </a:r>
          </a:p>
          <a:p>
            <a:pPr algn="l">
              <a:lnSpc>
                <a:spcPts val="2312"/>
              </a:lnSpc>
            </a:pPr>
            <a:r>
              <a:rPr lang="en-US" sz="1349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• Sarcasm &amp; Irony: Biggest unsolved problem • Informal Language: Slang, emojis, typos • Context: Words like "unreal" are context-dependent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411931" y="7976686"/>
            <a:ext cx="5957159" cy="85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8"/>
              </a:lnSpc>
            </a:pPr>
            <a:r>
              <a:rPr lang="en-US" sz="1542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Transformer Models (BERT)</a:t>
            </a:r>
          </a:p>
          <a:p>
            <a:pPr algn="l">
              <a:lnSpc>
                <a:spcPts val="1928"/>
              </a:lnSpc>
            </a:pPr>
            <a:r>
              <a:rPr lang="en-US" sz="1349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Understand deep context by looking at entire sentences bidirectionally - current gold standard for accuracy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436411" y="2419668"/>
            <a:ext cx="4369505" cy="242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8"/>
              </a:lnSpc>
            </a:pPr>
            <a:r>
              <a:rPr lang="en-US" sz="1542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What is Sentiment Analysis on Social Media?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521712" y="4179266"/>
            <a:ext cx="75362" cy="350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3"/>
              </a:lnSpc>
            </a:pPr>
            <a:r>
              <a:rPr lang="en-US" sz="1349" spc="107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556370" y="4103477"/>
            <a:ext cx="56623" cy="449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7"/>
              </a:lnSpc>
            </a:pPr>
            <a:r>
              <a:rPr lang="en-US" sz="1734" spc="1387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362970" y="4644391"/>
            <a:ext cx="2001616" cy="350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3"/>
              </a:lnSpc>
            </a:pPr>
            <a:r>
              <a:rPr lang="en-US" sz="1349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Method: Word Counting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362970" y="5110940"/>
            <a:ext cx="3675600" cy="226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3"/>
              </a:lnSpc>
            </a:pPr>
            <a:r>
              <a:rPr lang="en-US" sz="1349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Used dictionaries of positive/negative words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302816" y="4179266"/>
            <a:ext cx="110100" cy="350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3"/>
              </a:lnSpc>
            </a:pPr>
            <a:r>
              <a:rPr lang="en-US" sz="1349" spc="107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354500" y="4103477"/>
            <a:ext cx="56623" cy="449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7"/>
              </a:lnSpc>
            </a:pPr>
            <a:r>
              <a:rPr lang="en-US" sz="1734" spc="1387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161100" y="4644391"/>
            <a:ext cx="2272416" cy="350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3"/>
              </a:lnSpc>
            </a:pPr>
            <a:r>
              <a:rPr lang="en-US" sz="1349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Method: SVM, Naive Bayes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161100" y="5120465"/>
            <a:ext cx="3632160" cy="462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8"/>
              </a:lnSpc>
            </a:pPr>
            <a:r>
              <a:rPr lang="en-US" sz="1349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Trained models on labeled data with manual feature engineering (TF-IDF)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609125" y="7931599"/>
            <a:ext cx="1557776" cy="245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1"/>
              </a:lnSpc>
            </a:pPr>
            <a:r>
              <a:rPr lang="en-US" sz="1349">
                <a:solidFill>
                  <a:srgbClr val="7E22CE"/>
                </a:solidFill>
                <a:latin typeface="Inter"/>
                <a:ea typeface="Inter"/>
                <a:cs typeface="Inter"/>
                <a:sym typeface="Inter"/>
              </a:rPr>
              <a:t>Aspect-Based SA: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019218" y="8218363"/>
            <a:ext cx="42143" cy="210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3"/>
              </a:lnSpc>
            </a:pPr>
            <a:r>
              <a:rPr lang="en-US" sz="1156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609125" y="8763927"/>
            <a:ext cx="1747033" cy="245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1"/>
              </a:lnSpc>
            </a:pPr>
            <a:r>
              <a:rPr lang="en-US" sz="1349">
                <a:solidFill>
                  <a:srgbClr val="7E22CE"/>
                </a:solidFill>
                <a:latin typeface="Inter"/>
                <a:ea typeface="Inter"/>
                <a:cs typeface="Inter"/>
                <a:sym typeface="Inter"/>
              </a:rPr>
              <a:t>Explainable AI (XAI):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165598" y="9050691"/>
            <a:ext cx="42143" cy="210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3"/>
              </a:lnSpc>
            </a:pPr>
            <a:r>
              <a:rPr lang="en-US" sz="1156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609125" y="9400414"/>
            <a:ext cx="1842690" cy="245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1"/>
              </a:lnSpc>
            </a:pPr>
            <a:r>
              <a:rPr lang="en-US" sz="1349" spc="1">
                <a:solidFill>
                  <a:srgbClr val="7E22CE"/>
                </a:solidFill>
                <a:latin typeface="Inter"/>
                <a:ea typeface="Inter"/>
                <a:cs typeface="Inter"/>
                <a:sym typeface="Inter"/>
              </a:rPr>
              <a:t>Multilingual Analysis: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633991" y="9687178"/>
            <a:ext cx="42143" cy="210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3"/>
              </a:lnSpc>
            </a:pPr>
            <a:r>
              <a:rPr lang="en-US" sz="1156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099611" y="4179266"/>
            <a:ext cx="112829" cy="350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3"/>
              </a:lnSpc>
            </a:pPr>
            <a:r>
              <a:rPr lang="en-US" sz="1349" spc="107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3152629" y="4103477"/>
            <a:ext cx="56623" cy="449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7"/>
              </a:lnSpc>
            </a:pPr>
            <a:r>
              <a:rPr lang="en-US" sz="1734" spc="1387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1959229" y="4644391"/>
            <a:ext cx="2152414" cy="350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3"/>
              </a:lnSpc>
            </a:pPr>
            <a:r>
              <a:rPr lang="en-US" sz="1349" spc="1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Method: Neural Networks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959229" y="5120465"/>
            <a:ext cx="3054450" cy="462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8"/>
              </a:lnSpc>
            </a:pPr>
            <a:r>
              <a:rPr lang="en-US" sz="1349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Models learn features automatically. RNNs/LSTMs understood word order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2436411" y="2794841"/>
            <a:ext cx="13255286" cy="217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8"/>
              </a:lnSpc>
            </a:pPr>
            <a:r>
              <a:rPr lang="en-US" sz="1349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Automatically identifying the emotional tone (positive, negative, neutral) in massive volumes of user-generated text like tweets, posts, and reviews to understand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2436411" y="3039643"/>
            <a:ext cx="6172243" cy="217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8"/>
              </a:lnSpc>
            </a:pPr>
            <a:r>
              <a:rPr lang="en-US" sz="1349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public opinion for brand management, market research, and social studies.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2901536" y="4284452"/>
            <a:ext cx="2573327" cy="268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8"/>
              </a:lnSpc>
            </a:pPr>
            <a:r>
              <a:rPr lang="en-US" sz="1734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Phase</a:t>
            </a:r>
            <a:r>
              <a:rPr lang="en-US" sz="173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34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1:</a:t>
            </a:r>
            <a:r>
              <a:rPr lang="en-US" sz="173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34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Lexicon-Based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7699665" y="4284452"/>
            <a:ext cx="2535028" cy="268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8"/>
              </a:lnSpc>
            </a:pPr>
            <a:r>
              <a:rPr lang="en-US" sz="1734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Phase</a:t>
            </a:r>
            <a:r>
              <a:rPr lang="en-US" sz="173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34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2:</a:t>
            </a:r>
            <a:r>
              <a:rPr lang="en-US" sz="173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34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Traditional</a:t>
            </a:r>
            <a:r>
              <a:rPr lang="en-US" sz="173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34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ML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2497795" y="4284452"/>
            <a:ext cx="2577734" cy="268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8"/>
              </a:lnSpc>
            </a:pPr>
            <a:r>
              <a:rPr lang="en-US" sz="1734" spc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Phase</a:t>
            </a:r>
            <a:r>
              <a:rPr lang="en-US" sz="1734" spc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34" spc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3:</a:t>
            </a:r>
            <a:r>
              <a:rPr lang="en-US" sz="1734" spc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34" spc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Deep</a:t>
            </a:r>
            <a:r>
              <a:rPr lang="en-US" sz="1734" spc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34" spc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Learning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2509852" y="5661556"/>
            <a:ext cx="3666616" cy="368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1"/>
              </a:lnSpc>
            </a:pPr>
            <a:r>
              <a:rPr lang="en-US" sz="1156">
                <a:solidFill>
                  <a:srgbClr val="B91C1C"/>
                </a:solidFill>
                <a:latin typeface="Inter"/>
                <a:ea typeface="Inter"/>
                <a:cs typeface="Inter"/>
                <a:sym typeface="Inter"/>
              </a:rPr>
              <a:t>Limitation: Failed to understand context or sarcasm (e.g., "This phone is sick!")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7307981" y="5906358"/>
            <a:ext cx="3466416" cy="368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1"/>
              </a:lnSpc>
            </a:pPr>
            <a:r>
              <a:rPr lang="en-US" sz="1156">
                <a:solidFill>
                  <a:srgbClr val="A16207"/>
                </a:solidFill>
                <a:latin typeface="Inter"/>
                <a:ea typeface="Inter"/>
                <a:cs typeface="Inter"/>
                <a:sym typeface="Inter"/>
              </a:rPr>
              <a:t>Improvement: More accurate and context-aware Limitation: Time-consuming feature engineering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609125" y="9715753"/>
            <a:ext cx="2894117" cy="182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9"/>
              </a:lnSpc>
            </a:pPr>
            <a:r>
              <a:rPr lang="en-US" sz="1156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Understandingtextthatmixes languages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9609125" y="9079266"/>
            <a:ext cx="3286658" cy="182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9"/>
              </a:lnSpc>
            </a:pPr>
            <a:r>
              <a:rPr lang="en-US" sz="1156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Buildingmodelsthatcanjustify their decisions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2106111" y="5896833"/>
            <a:ext cx="3288971" cy="182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9"/>
              </a:lnSpc>
            </a:pPr>
            <a:r>
              <a:rPr lang="en-US" sz="1156">
                <a:solidFill>
                  <a:srgbClr val="15803D"/>
                </a:solidFill>
                <a:latin typeface="Inter"/>
                <a:ea typeface="Inter"/>
                <a:cs typeface="Inter"/>
                <a:sym typeface="Inter"/>
              </a:rPr>
              <a:t>Breakthrough: Led to today's best approach...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9609125" y="8256463"/>
            <a:ext cx="5845872" cy="172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1"/>
              </a:lnSpc>
            </a:pPr>
            <a:r>
              <a:rPr lang="en-US" sz="1156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Goingbeyond"positive/negative" to find sentiment towards specific features (e.g.,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9609125" y="8452305"/>
            <a:ext cx="1989792" cy="172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1"/>
              </a:lnSpc>
            </a:pPr>
            <a:r>
              <a:rPr lang="en-US" sz="1156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phone's camera vs. battery)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2411931" y="7394372"/>
            <a:ext cx="280911" cy="329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8"/>
              </a:lnSpc>
            </a:pPr>
            <a:r>
              <a:rPr lang="en-US" sz="1927">
                <a:solidFill>
                  <a:srgbClr val="1E40AF"/>
                </a:solidFill>
                <a:latin typeface="Arimo"/>
                <a:ea typeface="Arimo"/>
                <a:cs typeface="Arimo"/>
                <a:sym typeface="Arimo"/>
              </a:rPr>
              <a:t>⭐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9609125" y="7394372"/>
            <a:ext cx="249699" cy="329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8"/>
              </a:lnSpc>
            </a:pPr>
            <a:r>
              <a:rPr lang="en-US" sz="1927">
                <a:solidFill>
                  <a:srgbClr val="6B21A8"/>
                </a:solidFill>
                <a:latin typeface="Arimo"/>
                <a:ea typeface="Arimo"/>
                <a:cs typeface="Arimo"/>
                <a:sym typeface="Arimo"/>
              </a:rPr>
              <a:t>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8458200" y="2066773"/>
            <a:ext cx="1371600" cy="57150"/>
            <a:chOff x="0" y="0"/>
            <a:chExt cx="914400" cy="38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" cy="38100"/>
            </a:xfrm>
            <a:custGeom>
              <a:avLst/>
              <a:gdLst/>
              <a:ahLst/>
              <a:cxnLst/>
              <a:rect r="r" b="b" t="t" l="l"/>
              <a:pathLst>
                <a:path h="381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0392" y="2801722"/>
            <a:ext cx="8129016" cy="3502152"/>
            <a:chOff x="0" y="0"/>
            <a:chExt cx="7225792" cy="311302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225792" cy="3113024"/>
            </a:xfrm>
            <a:custGeom>
              <a:avLst/>
              <a:gdLst/>
              <a:ahLst/>
              <a:cxnLst/>
              <a:rect r="r" b="b" t="t" l="l"/>
              <a:pathLst>
                <a:path h="3113024" w="7225792">
                  <a:moveTo>
                    <a:pt x="7067296" y="19812"/>
                  </a:moveTo>
                  <a:cubicBezTo>
                    <a:pt x="7079107" y="19812"/>
                    <a:pt x="7090410" y="22098"/>
                    <a:pt x="7101332" y="26543"/>
                  </a:cubicBezTo>
                  <a:cubicBezTo>
                    <a:pt x="7112253" y="30988"/>
                    <a:pt x="7121778" y="37465"/>
                    <a:pt x="7130161" y="45847"/>
                  </a:cubicBezTo>
                  <a:cubicBezTo>
                    <a:pt x="7138543" y="54229"/>
                    <a:pt x="7144893" y="63754"/>
                    <a:pt x="7149464" y="74676"/>
                  </a:cubicBezTo>
                  <a:cubicBezTo>
                    <a:pt x="7154037" y="85598"/>
                    <a:pt x="7156196" y="96901"/>
                    <a:pt x="7156196" y="108712"/>
                  </a:cubicBezTo>
                  <a:lnTo>
                    <a:pt x="7156196" y="2902712"/>
                  </a:lnTo>
                  <a:cubicBezTo>
                    <a:pt x="7156196" y="2914523"/>
                    <a:pt x="7153910" y="2925826"/>
                    <a:pt x="7149464" y="2936748"/>
                  </a:cubicBezTo>
                  <a:cubicBezTo>
                    <a:pt x="7145020" y="2947670"/>
                    <a:pt x="7138543" y="2957195"/>
                    <a:pt x="7130161" y="2965577"/>
                  </a:cubicBezTo>
                  <a:cubicBezTo>
                    <a:pt x="7121778" y="2973959"/>
                    <a:pt x="7112253" y="2980309"/>
                    <a:pt x="7101332" y="2984881"/>
                  </a:cubicBezTo>
                  <a:cubicBezTo>
                    <a:pt x="7090410" y="2989453"/>
                    <a:pt x="7079107" y="2991612"/>
                    <a:pt x="7067296" y="2991612"/>
                  </a:cubicBezTo>
                  <a:lnTo>
                    <a:pt x="158496" y="2991612"/>
                  </a:lnTo>
                  <a:cubicBezTo>
                    <a:pt x="146685" y="2991612"/>
                    <a:pt x="135382" y="2989326"/>
                    <a:pt x="124460" y="2984881"/>
                  </a:cubicBezTo>
                  <a:cubicBezTo>
                    <a:pt x="113538" y="2980436"/>
                    <a:pt x="104013" y="2973959"/>
                    <a:pt x="95631" y="2965577"/>
                  </a:cubicBezTo>
                  <a:cubicBezTo>
                    <a:pt x="87249" y="2957195"/>
                    <a:pt x="80899" y="2947670"/>
                    <a:pt x="76327" y="2936748"/>
                  </a:cubicBezTo>
                  <a:cubicBezTo>
                    <a:pt x="71755" y="2925826"/>
                    <a:pt x="69596" y="2914523"/>
                    <a:pt x="69596" y="2902712"/>
                  </a:cubicBezTo>
                  <a:lnTo>
                    <a:pt x="69596" y="108712"/>
                  </a:lnTo>
                  <a:cubicBezTo>
                    <a:pt x="69596" y="96901"/>
                    <a:pt x="71882" y="85598"/>
                    <a:pt x="76327" y="74676"/>
                  </a:cubicBezTo>
                  <a:cubicBezTo>
                    <a:pt x="80772" y="63754"/>
                    <a:pt x="87249" y="54229"/>
                    <a:pt x="95631" y="45847"/>
                  </a:cubicBezTo>
                  <a:cubicBezTo>
                    <a:pt x="104013" y="37465"/>
                    <a:pt x="113538" y="31115"/>
                    <a:pt x="124460" y="26543"/>
                  </a:cubicBezTo>
                  <a:cubicBezTo>
                    <a:pt x="135382" y="21971"/>
                    <a:pt x="146685" y="19812"/>
                    <a:pt x="158496" y="19812"/>
                  </a:cubicBezTo>
                  <a:close/>
                  <a:moveTo>
                    <a:pt x="0" y="0"/>
                  </a:moveTo>
                  <a:lnTo>
                    <a:pt x="0" y="3113024"/>
                  </a:lnTo>
                  <a:lnTo>
                    <a:pt x="7225792" y="3113024"/>
                  </a:lnTo>
                  <a:lnTo>
                    <a:pt x="7225792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850392" y="2801722"/>
            <a:ext cx="8129016" cy="3502152"/>
            <a:chOff x="0" y="0"/>
            <a:chExt cx="5419344" cy="233476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19344" cy="2334768"/>
            </a:xfrm>
            <a:custGeom>
              <a:avLst/>
              <a:gdLst/>
              <a:ahLst/>
              <a:cxnLst/>
              <a:rect r="r" b="b" t="t" l="l"/>
              <a:pathLst>
                <a:path h="2334768" w="5419344">
                  <a:moveTo>
                    <a:pt x="0" y="0"/>
                  </a:moveTo>
                  <a:lnTo>
                    <a:pt x="5419344" y="0"/>
                  </a:lnTo>
                  <a:lnTo>
                    <a:pt x="5419344" y="2334768"/>
                  </a:lnTo>
                  <a:lnTo>
                    <a:pt x="0" y="2334768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53796" y="2691994"/>
            <a:ext cx="8522208" cy="3890772"/>
            <a:chOff x="0" y="0"/>
            <a:chExt cx="7575296" cy="34584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75296" cy="3458464"/>
            </a:xfrm>
            <a:custGeom>
              <a:avLst/>
              <a:gdLst/>
              <a:ahLst/>
              <a:cxnLst/>
              <a:rect r="r" b="b" t="t" l="l"/>
              <a:pathLst>
                <a:path h="3458464" w="7575296">
                  <a:moveTo>
                    <a:pt x="7242048" y="117348"/>
                  </a:moveTo>
                  <a:cubicBezTo>
                    <a:pt x="7253859" y="117348"/>
                    <a:pt x="7265162" y="119634"/>
                    <a:pt x="7276084" y="124079"/>
                  </a:cubicBezTo>
                  <a:cubicBezTo>
                    <a:pt x="7287006" y="128524"/>
                    <a:pt x="7296531" y="135001"/>
                    <a:pt x="7304913" y="143383"/>
                  </a:cubicBezTo>
                  <a:cubicBezTo>
                    <a:pt x="7313295" y="151765"/>
                    <a:pt x="7319645" y="161290"/>
                    <a:pt x="7324217" y="172212"/>
                  </a:cubicBezTo>
                  <a:cubicBezTo>
                    <a:pt x="7328789" y="183134"/>
                    <a:pt x="7330948" y="194437"/>
                    <a:pt x="7330948" y="206248"/>
                  </a:cubicBezTo>
                  <a:lnTo>
                    <a:pt x="7330948" y="3000248"/>
                  </a:lnTo>
                  <a:cubicBezTo>
                    <a:pt x="7330948" y="3012059"/>
                    <a:pt x="7328662" y="3023362"/>
                    <a:pt x="7324217" y="3034284"/>
                  </a:cubicBezTo>
                  <a:cubicBezTo>
                    <a:pt x="7319772" y="3045206"/>
                    <a:pt x="7313295" y="3054731"/>
                    <a:pt x="7304913" y="3063113"/>
                  </a:cubicBezTo>
                  <a:cubicBezTo>
                    <a:pt x="7296531" y="3071495"/>
                    <a:pt x="7287006" y="3077845"/>
                    <a:pt x="7276084" y="3082417"/>
                  </a:cubicBezTo>
                  <a:cubicBezTo>
                    <a:pt x="7265162" y="3086989"/>
                    <a:pt x="7253859" y="3089148"/>
                    <a:pt x="7242048" y="3089148"/>
                  </a:cubicBezTo>
                  <a:lnTo>
                    <a:pt x="333248" y="3089148"/>
                  </a:lnTo>
                  <a:cubicBezTo>
                    <a:pt x="321437" y="3089148"/>
                    <a:pt x="310134" y="3086862"/>
                    <a:pt x="299212" y="3082417"/>
                  </a:cubicBezTo>
                  <a:cubicBezTo>
                    <a:pt x="288290" y="3077972"/>
                    <a:pt x="278765" y="3071495"/>
                    <a:pt x="270383" y="3063113"/>
                  </a:cubicBezTo>
                  <a:cubicBezTo>
                    <a:pt x="262001" y="3054731"/>
                    <a:pt x="255651" y="3045206"/>
                    <a:pt x="251079" y="3034284"/>
                  </a:cubicBezTo>
                  <a:cubicBezTo>
                    <a:pt x="246507" y="3023362"/>
                    <a:pt x="244348" y="3012059"/>
                    <a:pt x="244348" y="3000248"/>
                  </a:cubicBezTo>
                  <a:lnTo>
                    <a:pt x="244348" y="206248"/>
                  </a:lnTo>
                  <a:cubicBezTo>
                    <a:pt x="244348" y="194437"/>
                    <a:pt x="246634" y="183134"/>
                    <a:pt x="251079" y="172212"/>
                  </a:cubicBezTo>
                  <a:cubicBezTo>
                    <a:pt x="255524" y="161290"/>
                    <a:pt x="262001" y="151765"/>
                    <a:pt x="270383" y="143383"/>
                  </a:cubicBezTo>
                  <a:cubicBezTo>
                    <a:pt x="278765" y="135001"/>
                    <a:pt x="288290" y="128651"/>
                    <a:pt x="299212" y="124079"/>
                  </a:cubicBezTo>
                  <a:cubicBezTo>
                    <a:pt x="310134" y="119507"/>
                    <a:pt x="321437" y="117348"/>
                    <a:pt x="333248" y="117348"/>
                  </a:cubicBezTo>
                  <a:close/>
                  <a:moveTo>
                    <a:pt x="0" y="0"/>
                  </a:moveTo>
                  <a:lnTo>
                    <a:pt x="0" y="3458464"/>
                  </a:lnTo>
                  <a:lnTo>
                    <a:pt x="7575296" y="3458464"/>
                  </a:lnTo>
                  <a:lnTo>
                    <a:pt x="7575296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-4769308" y="2123923"/>
            <a:ext cx="18087095" cy="8472487"/>
            <a:chOff x="0" y="0"/>
            <a:chExt cx="5808472" cy="27208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3500" y="63500"/>
              <a:ext cx="5681472" cy="2593848"/>
            </a:xfrm>
            <a:custGeom>
              <a:avLst/>
              <a:gdLst/>
              <a:ahLst/>
              <a:cxnLst/>
              <a:rect r="r" b="b" t="t" l="l"/>
              <a:pathLst>
                <a:path h="2593848" w="5681472">
                  <a:moveTo>
                    <a:pt x="0" y="0"/>
                  </a:moveTo>
                  <a:lnTo>
                    <a:pt x="5681472" y="0"/>
                  </a:lnTo>
                  <a:lnTo>
                    <a:pt x="5681472" y="2593848"/>
                  </a:lnTo>
                  <a:lnTo>
                    <a:pt x="0" y="25938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46761" y="151511"/>
              <a:ext cx="5314950" cy="2228850"/>
            </a:xfrm>
            <a:custGeom>
              <a:avLst/>
              <a:gdLst/>
              <a:ahLst/>
              <a:cxnLst/>
              <a:rect r="r" b="b" t="t" l="l"/>
              <a:pathLst>
                <a:path h="2228850" w="5314950">
                  <a:moveTo>
                    <a:pt x="0" y="2162175"/>
                  </a:moveTo>
                  <a:lnTo>
                    <a:pt x="0" y="66675"/>
                  </a:ln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lnTo>
                    <a:pt x="5248275" y="0"/>
                  </a:lnTo>
                  <a:cubicBezTo>
                    <a:pt x="5252593" y="0"/>
                    <a:pt x="5257038" y="381"/>
                    <a:pt x="5261229" y="1270"/>
                  </a:cubicBezTo>
                  <a:cubicBezTo>
                    <a:pt x="5265420" y="2159"/>
                    <a:pt x="5269738" y="3429"/>
                    <a:pt x="5273675" y="5080"/>
                  </a:cubicBezTo>
                  <a:cubicBezTo>
                    <a:pt x="5277612" y="6731"/>
                    <a:pt x="5281549" y="8763"/>
                    <a:pt x="5285232" y="11303"/>
                  </a:cubicBezTo>
                  <a:cubicBezTo>
                    <a:pt x="5288915" y="13843"/>
                    <a:pt x="5292217" y="16510"/>
                    <a:pt x="5295392" y="19558"/>
                  </a:cubicBezTo>
                  <a:cubicBezTo>
                    <a:pt x="5298567" y="22606"/>
                    <a:pt x="5301234" y="26035"/>
                    <a:pt x="5303647" y="29718"/>
                  </a:cubicBezTo>
                  <a:cubicBezTo>
                    <a:pt x="5306060" y="33401"/>
                    <a:pt x="5308092" y="37211"/>
                    <a:pt x="5309870" y="41275"/>
                  </a:cubicBezTo>
                  <a:cubicBezTo>
                    <a:pt x="5311647" y="45339"/>
                    <a:pt x="5312791" y="49530"/>
                    <a:pt x="5313679" y="53721"/>
                  </a:cubicBezTo>
                  <a:cubicBezTo>
                    <a:pt x="5314568" y="57912"/>
                    <a:pt x="5314950" y="62357"/>
                    <a:pt x="5314950" y="66675"/>
                  </a:cubicBezTo>
                  <a:lnTo>
                    <a:pt x="5314950" y="2162175"/>
                  </a:lnTo>
                  <a:cubicBezTo>
                    <a:pt x="5314950" y="2166493"/>
                    <a:pt x="5314569" y="2170938"/>
                    <a:pt x="5313679" y="2175129"/>
                  </a:cubicBezTo>
                  <a:cubicBezTo>
                    <a:pt x="5312790" y="2179320"/>
                    <a:pt x="5311520" y="2183638"/>
                    <a:pt x="5309870" y="2187575"/>
                  </a:cubicBezTo>
                  <a:cubicBezTo>
                    <a:pt x="5308219" y="2191512"/>
                    <a:pt x="5306186" y="2195449"/>
                    <a:pt x="5303647" y="2199132"/>
                  </a:cubicBezTo>
                  <a:cubicBezTo>
                    <a:pt x="5301107" y="2202815"/>
                    <a:pt x="5298440" y="2206117"/>
                    <a:pt x="5295392" y="2209292"/>
                  </a:cubicBezTo>
                  <a:cubicBezTo>
                    <a:pt x="5292344" y="2212467"/>
                    <a:pt x="5288915" y="2215134"/>
                    <a:pt x="5285232" y="2217547"/>
                  </a:cubicBezTo>
                  <a:cubicBezTo>
                    <a:pt x="5281549" y="2219960"/>
                    <a:pt x="5277739" y="2221992"/>
                    <a:pt x="5273675" y="2223770"/>
                  </a:cubicBezTo>
                  <a:cubicBezTo>
                    <a:pt x="5269611" y="2225548"/>
                    <a:pt x="5265420" y="2226691"/>
                    <a:pt x="5261229" y="2227580"/>
                  </a:cubicBezTo>
                  <a:cubicBezTo>
                    <a:pt x="5257038" y="2228469"/>
                    <a:pt x="5252593" y="2228850"/>
                    <a:pt x="5248275" y="2228850"/>
                  </a:cubicBezTo>
                  <a:lnTo>
                    <a:pt x="66675" y="2228850"/>
                  </a:lnTo>
                  <a:cubicBezTo>
                    <a:pt x="62357" y="2228850"/>
                    <a:pt x="57912" y="2228469"/>
                    <a:pt x="53721" y="2227580"/>
                  </a:cubicBezTo>
                  <a:cubicBezTo>
                    <a:pt x="49530" y="2226691"/>
                    <a:pt x="45212" y="2225421"/>
                    <a:pt x="41275" y="2223770"/>
                  </a:cubicBezTo>
                  <a:cubicBezTo>
                    <a:pt x="37338" y="2222119"/>
                    <a:pt x="33401" y="2220087"/>
                    <a:pt x="29718" y="2217547"/>
                  </a:cubicBezTo>
                  <a:cubicBezTo>
                    <a:pt x="26035" y="2215007"/>
                    <a:pt x="22733" y="2212340"/>
                    <a:pt x="19558" y="2209292"/>
                  </a:cubicBezTo>
                  <a:cubicBezTo>
                    <a:pt x="16383" y="2206244"/>
                    <a:pt x="13716" y="2202815"/>
                    <a:pt x="11303" y="2199132"/>
                  </a:cubicBezTo>
                  <a:cubicBezTo>
                    <a:pt x="8890" y="2195449"/>
                    <a:pt x="6858" y="2191639"/>
                    <a:pt x="5080" y="2187575"/>
                  </a:cubicBezTo>
                  <a:cubicBezTo>
                    <a:pt x="3302" y="2183511"/>
                    <a:pt x="2159" y="2179320"/>
                    <a:pt x="1270" y="2175129"/>
                  </a:cubicBezTo>
                  <a:cubicBezTo>
                    <a:pt x="381" y="2170938"/>
                    <a:pt x="0" y="2166493"/>
                    <a:pt x="0" y="216217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37236" y="141859"/>
              <a:ext cx="5334254" cy="2248154"/>
            </a:xfrm>
            <a:custGeom>
              <a:avLst/>
              <a:gdLst/>
              <a:ahLst/>
              <a:cxnLst/>
              <a:rect r="r" b="b" t="t" l="l"/>
              <a:pathLst>
                <a:path h="2248154" w="5334254">
                  <a:moveTo>
                    <a:pt x="0" y="2171827"/>
                  </a:moveTo>
                  <a:lnTo>
                    <a:pt x="0" y="76327"/>
                  </a:lnTo>
                  <a:lnTo>
                    <a:pt x="9525" y="76327"/>
                  </a:lnTo>
                  <a:lnTo>
                    <a:pt x="0" y="76327"/>
                  </a:lnTo>
                  <a:cubicBezTo>
                    <a:pt x="0" y="71374"/>
                    <a:pt x="508" y="66421"/>
                    <a:pt x="1524" y="61468"/>
                  </a:cubicBezTo>
                  <a:lnTo>
                    <a:pt x="1524" y="61468"/>
                  </a:lnTo>
                  <a:lnTo>
                    <a:pt x="1524" y="61468"/>
                  </a:lnTo>
                  <a:cubicBezTo>
                    <a:pt x="2540" y="56515"/>
                    <a:pt x="3937" y="51816"/>
                    <a:pt x="5842" y="47117"/>
                  </a:cubicBezTo>
                  <a:lnTo>
                    <a:pt x="5842" y="47117"/>
                  </a:lnTo>
                  <a:lnTo>
                    <a:pt x="5842" y="47117"/>
                  </a:lnTo>
                  <a:cubicBezTo>
                    <a:pt x="7747" y="42545"/>
                    <a:pt x="10160" y="38100"/>
                    <a:pt x="12827" y="33909"/>
                  </a:cubicBezTo>
                  <a:lnTo>
                    <a:pt x="20701" y="39243"/>
                  </a:lnTo>
                  <a:lnTo>
                    <a:pt x="12827" y="33909"/>
                  </a:lnTo>
                  <a:cubicBezTo>
                    <a:pt x="15621" y="29718"/>
                    <a:pt x="18796" y="25908"/>
                    <a:pt x="22352" y="22352"/>
                  </a:cubicBezTo>
                  <a:lnTo>
                    <a:pt x="29083" y="29083"/>
                  </a:lnTo>
                  <a:lnTo>
                    <a:pt x="22352" y="22352"/>
                  </a:lnTo>
                  <a:cubicBezTo>
                    <a:pt x="25908" y="18796"/>
                    <a:pt x="29718" y="15621"/>
                    <a:pt x="33909" y="12827"/>
                  </a:cubicBezTo>
                  <a:lnTo>
                    <a:pt x="39243" y="20701"/>
                  </a:lnTo>
                  <a:lnTo>
                    <a:pt x="33909" y="12827"/>
                  </a:lnTo>
                  <a:cubicBezTo>
                    <a:pt x="38100" y="10033"/>
                    <a:pt x="42418" y="7747"/>
                    <a:pt x="47117" y="5842"/>
                  </a:cubicBezTo>
                  <a:lnTo>
                    <a:pt x="47117" y="5842"/>
                  </a:lnTo>
                  <a:lnTo>
                    <a:pt x="47117" y="5842"/>
                  </a:lnTo>
                  <a:cubicBezTo>
                    <a:pt x="51689" y="3937"/>
                    <a:pt x="56515" y="2540"/>
                    <a:pt x="61468" y="1524"/>
                  </a:cubicBezTo>
                  <a:lnTo>
                    <a:pt x="63373" y="10922"/>
                  </a:lnTo>
                  <a:lnTo>
                    <a:pt x="61468" y="1524"/>
                  </a:lnTo>
                  <a:cubicBezTo>
                    <a:pt x="66421" y="508"/>
                    <a:pt x="71374" y="0"/>
                    <a:pt x="76327" y="0"/>
                  </a:cubicBezTo>
                  <a:lnTo>
                    <a:pt x="76327" y="9525"/>
                  </a:lnTo>
                  <a:lnTo>
                    <a:pt x="76327" y="0"/>
                  </a:lnTo>
                  <a:lnTo>
                    <a:pt x="5257927" y="0"/>
                  </a:lnTo>
                  <a:lnTo>
                    <a:pt x="5257927" y="9525"/>
                  </a:lnTo>
                  <a:lnTo>
                    <a:pt x="5257927" y="0"/>
                  </a:lnTo>
                  <a:cubicBezTo>
                    <a:pt x="5262880" y="0"/>
                    <a:pt x="5267833" y="508"/>
                    <a:pt x="5272786" y="1524"/>
                  </a:cubicBezTo>
                  <a:lnTo>
                    <a:pt x="5270881" y="10922"/>
                  </a:lnTo>
                  <a:lnTo>
                    <a:pt x="5272786" y="1524"/>
                  </a:lnTo>
                  <a:cubicBezTo>
                    <a:pt x="5277739" y="2540"/>
                    <a:pt x="5282438" y="3937"/>
                    <a:pt x="5287137" y="5842"/>
                  </a:cubicBezTo>
                  <a:lnTo>
                    <a:pt x="5283454" y="14605"/>
                  </a:lnTo>
                  <a:lnTo>
                    <a:pt x="5287137" y="5842"/>
                  </a:lnTo>
                  <a:cubicBezTo>
                    <a:pt x="5291709" y="7747"/>
                    <a:pt x="5296154" y="10160"/>
                    <a:pt x="5300345" y="12827"/>
                  </a:cubicBezTo>
                  <a:lnTo>
                    <a:pt x="5300345" y="12827"/>
                  </a:lnTo>
                  <a:lnTo>
                    <a:pt x="5300345" y="12827"/>
                  </a:lnTo>
                  <a:cubicBezTo>
                    <a:pt x="5304536" y="15621"/>
                    <a:pt x="5308346" y="18796"/>
                    <a:pt x="5311902" y="22352"/>
                  </a:cubicBezTo>
                  <a:lnTo>
                    <a:pt x="5305171" y="29083"/>
                  </a:lnTo>
                  <a:lnTo>
                    <a:pt x="5311902" y="22352"/>
                  </a:lnTo>
                  <a:cubicBezTo>
                    <a:pt x="5315458" y="25908"/>
                    <a:pt x="5318633" y="29718"/>
                    <a:pt x="5321427" y="33909"/>
                  </a:cubicBezTo>
                  <a:lnTo>
                    <a:pt x="5313553" y="39243"/>
                  </a:lnTo>
                  <a:lnTo>
                    <a:pt x="5321427" y="33909"/>
                  </a:lnTo>
                  <a:cubicBezTo>
                    <a:pt x="5324221" y="38100"/>
                    <a:pt x="5326507" y="42418"/>
                    <a:pt x="5328412" y="47117"/>
                  </a:cubicBezTo>
                  <a:lnTo>
                    <a:pt x="5328412" y="47117"/>
                  </a:lnTo>
                  <a:lnTo>
                    <a:pt x="5328412" y="47117"/>
                  </a:lnTo>
                  <a:cubicBezTo>
                    <a:pt x="5330317" y="51689"/>
                    <a:pt x="5331714" y="56515"/>
                    <a:pt x="5332730" y="61468"/>
                  </a:cubicBezTo>
                  <a:lnTo>
                    <a:pt x="5323332" y="63373"/>
                  </a:lnTo>
                  <a:lnTo>
                    <a:pt x="5332730" y="61468"/>
                  </a:lnTo>
                  <a:cubicBezTo>
                    <a:pt x="5333746" y="66421"/>
                    <a:pt x="5334254" y="71374"/>
                    <a:pt x="5334254" y="76327"/>
                  </a:cubicBezTo>
                  <a:lnTo>
                    <a:pt x="5324729" y="76327"/>
                  </a:lnTo>
                  <a:lnTo>
                    <a:pt x="5334254" y="76327"/>
                  </a:lnTo>
                  <a:lnTo>
                    <a:pt x="5334254" y="2171827"/>
                  </a:lnTo>
                  <a:lnTo>
                    <a:pt x="5324729" y="2171827"/>
                  </a:lnTo>
                  <a:lnTo>
                    <a:pt x="5334254" y="2171827"/>
                  </a:lnTo>
                  <a:cubicBezTo>
                    <a:pt x="5334254" y="2176780"/>
                    <a:pt x="5333746" y="2181733"/>
                    <a:pt x="5332730" y="2186686"/>
                  </a:cubicBezTo>
                  <a:lnTo>
                    <a:pt x="5332730" y="2186686"/>
                  </a:lnTo>
                  <a:lnTo>
                    <a:pt x="5332730" y="2186686"/>
                  </a:lnTo>
                  <a:cubicBezTo>
                    <a:pt x="5331714" y="2191639"/>
                    <a:pt x="5330317" y="2196338"/>
                    <a:pt x="5328412" y="2201037"/>
                  </a:cubicBezTo>
                  <a:lnTo>
                    <a:pt x="5328412" y="2201037"/>
                  </a:lnTo>
                  <a:lnTo>
                    <a:pt x="5328412" y="2201037"/>
                  </a:lnTo>
                  <a:cubicBezTo>
                    <a:pt x="5326507" y="2205609"/>
                    <a:pt x="5324094" y="2210054"/>
                    <a:pt x="5321427" y="2214245"/>
                  </a:cubicBezTo>
                  <a:lnTo>
                    <a:pt x="5313553" y="2208911"/>
                  </a:lnTo>
                  <a:lnTo>
                    <a:pt x="5321427" y="2214245"/>
                  </a:lnTo>
                  <a:cubicBezTo>
                    <a:pt x="5318633" y="2218436"/>
                    <a:pt x="5315458" y="2222246"/>
                    <a:pt x="5311902" y="2225802"/>
                  </a:cubicBezTo>
                  <a:lnTo>
                    <a:pt x="5311902" y="2225802"/>
                  </a:lnTo>
                  <a:lnTo>
                    <a:pt x="5311902" y="2225802"/>
                  </a:lnTo>
                  <a:cubicBezTo>
                    <a:pt x="5308346" y="2229358"/>
                    <a:pt x="5304537" y="2232533"/>
                    <a:pt x="5300345" y="2235327"/>
                  </a:cubicBezTo>
                  <a:lnTo>
                    <a:pt x="5300345" y="2235327"/>
                  </a:lnTo>
                  <a:lnTo>
                    <a:pt x="5300345" y="2235327"/>
                  </a:lnTo>
                  <a:cubicBezTo>
                    <a:pt x="5296155" y="2238121"/>
                    <a:pt x="5291836" y="2240407"/>
                    <a:pt x="5287137" y="2242312"/>
                  </a:cubicBezTo>
                  <a:lnTo>
                    <a:pt x="5283454" y="2233549"/>
                  </a:lnTo>
                  <a:lnTo>
                    <a:pt x="5287137" y="2242312"/>
                  </a:lnTo>
                  <a:cubicBezTo>
                    <a:pt x="5282565" y="2244217"/>
                    <a:pt x="5277739" y="2245614"/>
                    <a:pt x="5272786" y="2246630"/>
                  </a:cubicBezTo>
                  <a:lnTo>
                    <a:pt x="5270881" y="2237232"/>
                  </a:lnTo>
                  <a:lnTo>
                    <a:pt x="5272786" y="2246630"/>
                  </a:lnTo>
                  <a:cubicBezTo>
                    <a:pt x="5267833" y="2247646"/>
                    <a:pt x="5262880" y="2248154"/>
                    <a:pt x="5257927" y="2248154"/>
                  </a:cubicBezTo>
                  <a:lnTo>
                    <a:pt x="5257927" y="2248154"/>
                  </a:lnTo>
                  <a:lnTo>
                    <a:pt x="5257927" y="2248154"/>
                  </a:lnTo>
                  <a:lnTo>
                    <a:pt x="76327" y="2248154"/>
                  </a:lnTo>
                  <a:lnTo>
                    <a:pt x="76327" y="2248154"/>
                  </a:lnTo>
                  <a:lnTo>
                    <a:pt x="76327" y="2248154"/>
                  </a:lnTo>
                  <a:cubicBezTo>
                    <a:pt x="71374" y="2248154"/>
                    <a:pt x="66421" y="2247646"/>
                    <a:pt x="61468" y="2246630"/>
                  </a:cubicBezTo>
                  <a:lnTo>
                    <a:pt x="63373" y="2237232"/>
                  </a:lnTo>
                  <a:lnTo>
                    <a:pt x="61468" y="2246630"/>
                  </a:lnTo>
                  <a:cubicBezTo>
                    <a:pt x="56515" y="2245614"/>
                    <a:pt x="51816" y="2244217"/>
                    <a:pt x="47117" y="2242312"/>
                  </a:cubicBezTo>
                  <a:lnTo>
                    <a:pt x="50800" y="2233549"/>
                  </a:lnTo>
                  <a:lnTo>
                    <a:pt x="47117" y="2242312"/>
                  </a:lnTo>
                  <a:cubicBezTo>
                    <a:pt x="42545" y="2240407"/>
                    <a:pt x="38100" y="2237994"/>
                    <a:pt x="33909" y="2235327"/>
                  </a:cubicBezTo>
                  <a:lnTo>
                    <a:pt x="33909" y="2235327"/>
                  </a:lnTo>
                  <a:lnTo>
                    <a:pt x="33909" y="2235327"/>
                  </a:lnTo>
                  <a:cubicBezTo>
                    <a:pt x="29718" y="2232533"/>
                    <a:pt x="25908" y="2229358"/>
                    <a:pt x="22352" y="2225802"/>
                  </a:cubicBezTo>
                  <a:lnTo>
                    <a:pt x="22352" y="2225802"/>
                  </a:lnTo>
                  <a:lnTo>
                    <a:pt x="22352" y="2225802"/>
                  </a:lnTo>
                  <a:cubicBezTo>
                    <a:pt x="18796" y="2222246"/>
                    <a:pt x="15621" y="2218436"/>
                    <a:pt x="12827" y="2214245"/>
                  </a:cubicBezTo>
                  <a:lnTo>
                    <a:pt x="12827" y="2214245"/>
                  </a:lnTo>
                  <a:lnTo>
                    <a:pt x="12827" y="2214245"/>
                  </a:lnTo>
                  <a:cubicBezTo>
                    <a:pt x="10033" y="2210054"/>
                    <a:pt x="7747" y="2205736"/>
                    <a:pt x="5842" y="2201037"/>
                  </a:cubicBezTo>
                  <a:lnTo>
                    <a:pt x="5842" y="2201037"/>
                  </a:lnTo>
                  <a:lnTo>
                    <a:pt x="5842" y="2201037"/>
                  </a:lnTo>
                  <a:cubicBezTo>
                    <a:pt x="3937" y="2196465"/>
                    <a:pt x="2540" y="2191639"/>
                    <a:pt x="1524" y="2186686"/>
                  </a:cubicBezTo>
                  <a:lnTo>
                    <a:pt x="1524" y="2186686"/>
                  </a:lnTo>
                  <a:lnTo>
                    <a:pt x="1524" y="2186686"/>
                  </a:lnTo>
                  <a:cubicBezTo>
                    <a:pt x="508" y="2181733"/>
                    <a:pt x="0" y="2176780"/>
                    <a:pt x="0" y="2171827"/>
                  </a:cubicBezTo>
                  <a:lnTo>
                    <a:pt x="9525" y="2171827"/>
                  </a:lnTo>
                  <a:lnTo>
                    <a:pt x="0" y="2171827"/>
                  </a:lnTo>
                  <a:moveTo>
                    <a:pt x="19050" y="2171827"/>
                  </a:moveTo>
                  <a:cubicBezTo>
                    <a:pt x="19050" y="2175637"/>
                    <a:pt x="19431" y="2179320"/>
                    <a:pt x="20193" y="2183003"/>
                  </a:cubicBezTo>
                  <a:lnTo>
                    <a:pt x="10795" y="2184908"/>
                  </a:lnTo>
                  <a:lnTo>
                    <a:pt x="20193" y="2183003"/>
                  </a:lnTo>
                  <a:cubicBezTo>
                    <a:pt x="20955" y="2186686"/>
                    <a:pt x="21971" y="2190242"/>
                    <a:pt x="23495" y="2193671"/>
                  </a:cubicBezTo>
                  <a:lnTo>
                    <a:pt x="14732" y="2197354"/>
                  </a:lnTo>
                  <a:lnTo>
                    <a:pt x="23495" y="2193671"/>
                  </a:lnTo>
                  <a:cubicBezTo>
                    <a:pt x="24892" y="2197100"/>
                    <a:pt x="26670" y="2200402"/>
                    <a:pt x="28829" y="2203577"/>
                  </a:cubicBezTo>
                  <a:lnTo>
                    <a:pt x="20955" y="2208911"/>
                  </a:lnTo>
                  <a:lnTo>
                    <a:pt x="28829" y="2203577"/>
                  </a:lnTo>
                  <a:cubicBezTo>
                    <a:pt x="30861" y="2206752"/>
                    <a:pt x="33274" y="2209546"/>
                    <a:pt x="35941" y="2212213"/>
                  </a:cubicBezTo>
                  <a:lnTo>
                    <a:pt x="29210" y="2218944"/>
                  </a:lnTo>
                  <a:lnTo>
                    <a:pt x="35941" y="2212213"/>
                  </a:lnTo>
                  <a:cubicBezTo>
                    <a:pt x="38608" y="2214880"/>
                    <a:pt x="41529" y="2217293"/>
                    <a:pt x="44577" y="2219325"/>
                  </a:cubicBezTo>
                  <a:lnTo>
                    <a:pt x="39243" y="2227199"/>
                  </a:lnTo>
                  <a:lnTo>
                    <a:pt x="44577" y="2219325"/>
                  </a:lnTo>
                  <a:cubicBezTo>
                    <a:pt x="47752" y="2221357"/>
                    <a:pt x="50927" y="2223135"/>
                    <a:pt x="54483" y="2224659"/>
                  </a:cubicBezTo>
                  <a:lnTo>
                    <a:pt x="54483" y="2224659"/>
                  </a:lnTo>
                  <a:lnTo>
                    <a:pt x="54483" y="2224659"/>
                  </a:lnTo>
                  <a:cubicBezTo>
                    <a:pt x="57912" y="2226056"/>
                    <a:pt x="61468" y="2227199"/>
                    <a:pt x="65151" y="2227961"/>
                  </a:cubicBezTo>
                  <a:cubicBezTo>
                    <a:pt x="68834" y="2228723"/>
                    <a:pt x="72517" y="2229104"/>
                    <a:pt x="76327" y="2229104"/>
                  </a:cubicBezTo>
                  <a:lnTo>
                    <a:pt x="76327" y="2238629"/>
                  </a:lnTo>
                  <a:lnTo>
                    <a:pt x="76327" y="2229104"/>
                  </a:lnTo>
                  <a:lnTo>
                    <a:pt x="5257927" y="2229104"/>
                  </a:lnTo>
                  <a:lnTo>
                    <a:pt x="5257927" y="2238629"/>
                  </a:lnTo>
                  <a:lnTo>
                    <a:pt x="5257927" y="2229104"/>
                  </a:lnTo>
                  <a:cubicBezTo>
                    <a:pt x="5261737" y="2229104"/>
                    <a:pt x="5265420" y="2228723"/>
                    <a:pt x="5269103" y="2227961"/>
                  </a:cubicBezTo>
                  <a:cubicBezTo>
                    <a:pt x="5272786" y="2227199"/>
                    <a:pt x="5276342" y="2226183"/>
                    <a:pt x="5279771" y="2224659"/>
                  </a:cubicBezTo>
                  <a:lnTo>
                    <a:pt x="5279771" y="2224659"/>
                  </a:lnTo>
                  <a:lnTo>
                    <a:pt x="5279771" y="2224659"/>
                  </a:lnTo>
                  <a:cubicBezTo>
                    <a:pt x="5283200" y="2223262"/>
                    <a:pt x="5286502" y="2221484"/>
                    <a:pt x="5289677" y="2219325"/>
                  </a:cubicBezTo>
                  <a:lnTo>
                    <a:pt x="5295011" y="2227199"/>
                  </a:lnTo>
                  <a:lnTo>
                    <a:pt x="5289677" y="2219325"/>
                  </a:lnTo>
                  <a:cubicBezTo>
                    <a:pt x="5292852" y="2217293"/>
                    <a:pt x="5295646" y="2214880"/>
                    <a:pt x="5298313" y="2212213"/>
                  </a:cubicBezTo>
                  <a:lnTo>
                    <a:pt x="5305044" y="2218944"/>
                  </a:lnTo>
                  <a:lnTo>
                    <a:pt x="5298313" y="2212213"/>
                  </a:lnTo>
                  <a:cubicBezTo>
                    <a:pt x="5300980" y="2209546"/>
                    <a:pt x="5303393" y="2206625"/>
                    <a:pt x="5305425" y="2203577"/>
                  </a:cubicBezTo>
                  <a:lnTo>
                    <a:pt x="5305425" y="2203577"/>
                  </a:lnTo>
                  <a:lnTo>
                    <a:pt x="5305425" y="2203577"/>
                  </a:lnTo>
                  <a:cubicBezTo>
                    <a:pt x="5307457" y="2200402"/>
                    <a:pt x="5309235" y="2197227"/>
                    <a:pt x="5310759" y="2193671"/>
                  </a:cubicBezTo>
                  <a:lnTo>
                    <a:pt x="5319522" y="2197354"/>
                  </a:lnTo>
                  <a:lnTo>
                    <a:pt x="5310759" y="2193671"/>
                  </a:lnTo>
                  <a:cubicBezTo>
                    <a:pt x="5312156" y="2190242"/>
                    <a:pt x="5313299" y="2186686"/>
                    <a:pt x="5314061" y="2183003"/>
                  </a:cubicBezTo>
                  <a:lnTo>
                    <a:pt x="5323459" y="2184908"/>
                  </a:lnTo>
                  <a:lnTo>
                    <a:pt x="5314061" y="2183003"/>
                  </a:lnTo>
                  <a:cubicBezTo>
                    <a:pt x="5314823" y="2179320"/>
                    <a:pt x="5315204" y="2175637"/>
                    <a:pt x="5315204" y="2171827"/>
                  </a:cubicBezTo>
                  <a:lnTo>
                    <a:pt x="5315204" y="76327"/>
                  </a:lnTo>
                  <a:cubicBezTo>
                    <a:pt x="5315204" y="72517"/>
                    <a:pt x="5314823" y="68834"/>
                    <a:pt x="5314061" y="65151"/>
                  </a:cubicBezTo>
                  <a:cubicBezTo>
                    <a:pt x="5313299" y="61468"/>
                    <a:pt x="5312283" y="57912"/>
                    <a:pt x="5310759" y="54483"/>
                  </a:cubicBezTo>
                  <a:lnTo>
                    <a:pt x="5319522" y="50800"/>
                  </a:lnTo>
                  <a:lnTo>
                    <a:pt x="5310759" y="54483"/>
                  </a:lnTo>
                  <a:cubicBezTo>
                    <a:pt x="5309362" y="51054"/>
                    <a:pt x="5307584" y="47752"/>
                    <a:pt x="5305425" y="44577"/>
                  </a:cubicBezTo>
                  <a:cubicBezTo>
                    <a:pt x="5303266" y="41402"/>
                    <a:pt x="5300980" y="38608"/>
                    <a:pt x="5298313" y="35941"/>
                  </a:cubicBezTo>
                  <a:cubicBezTo>
                    <a:pt x="5295646" y="33274"/>
                    <a:pt x="5292725" y="30861"/>
                    <a:pt x="5289677" y="28829"/>
                  </a:cubicBezTo>
                  <a:lnTo>
                    <a:pt x="5295011" y="20955"/>
                  </a:lnTo>
                  <a:lnTo>
                    <a:pt x="5289677" y="28829"/>
                  </a:lnTo>
                  <a:cubicBezTo>
                    <a:pt x="5286502" y="26797"/>
                    <a:pt x="5283327" y="25019"/>
                    <a:pt x="5279771" y="23495"/>
                  </a:cubicBezTo>
                  <a:cubicBezTo>
                    <a:pt x="5276215" y="21971"/>
                    <a:pt x="5272786" y="20955"/>
                    <a:pt x="5269103" y="20193"/>
                  </a:cubicBezTo>
                  <a:lnTo>
                    <a:pt x="5269103" y="20193"/>
                  </a:lnTo>
                  <a:lnTo>
                    <a:pt x="5269103" y="20193"/>
                  </a:lnTo>
                  <a:cubicBezTo>
                    <a:pt x="5265420" y="19431"/>
                    <a:pt x="5261737" y="19050"/>
                    <a:pt x="5257927" y="19050"/>
                  </a:cubicBezTo>
                  <a:lnTo>
                    <a:pt x="76327" y="19050"/>
                  </a:lnTo>
                  <a:cubicBezTo>
                    <a:pt x="72517" y="19050"/>
                    <a:pt x="68834" y="19431"/>
                    <a:pt x="65151" y="20193"/>
                  </a:cubicBezTo>
                  <a:lnTo>
                    <a:pt x="65151" y="20193"/>
                  </a:lnTo>
                  <a:lnTo>
                    <a:pt x="65151" y="20193"/>
                  </a:lnTo>
                  <a:cubicBezTo>
                    <a:pt x="61468" y="20955"/>
                    <a:pt x="57912" y="21971"/>
                    <a:pt x="54483" y="23495"/>
                  </a:cubicBezTo>
                  <a:lnTo>
                    <a:pt x="50800" y="14732"/>
                  </a:lnTo>
                  <a:lnTo>
                    <a:pt x="54483" y="23495"/>
                  </a:lnTo>
                  <a:cubicBezTo>
                    <a:pt x="51054" y="24892"/>
                    <a:pt x="47752" y="26670"/>
                    <a:pt x="44577" y="28829"/>
                  </a:cubicBezTo>
                  <a:lnTo>
                    <a:pt x="44577" y="28829"/>
                  </a:lnTo>
                  <a:lnTo>
                    <a:pt x="44577" y="28829"/>
                  </a:lnTo>
                  <a:cubicBezTo>
                    <a:pt x="41402" y="30861"/>
                    <a:pt x="38608" y="33274"/>
                    <a:pt x="35941" y="35941"/>
                  </a:cubicBezTo>
                  <a:cubicBezTo>
                    <a:pt x="33274" y="38608"/>
                    <a:pt x="30861" y="41529"/>
                    <a:pt x="28829" y="44577"/>
                  </a:cubicBezTo>
                  <a:cubicBezTo>
                    <a:pt x="26797" y="47625"/>
                    <a:pt x="25019" y="50927"/>
                    <a:pt x="23495" y="54483"/>
                  </a:cubicBezTo>
                  <a:lnTo>
                    <a:pt x="14732" y="50800"/>
                  </a:lnTo>
                  <a:lnTo>
                    <a:pt x="23495" y="54483"/>
                  </a:lnTo>
                  <a:cubicBezTo>
                    <a:pt x="22098" y="57912"/>
                    <a:pt x="20955" y="61468"/>
                    <a:pt x="20193" y="65151"/>
                  </a:cubicBezTo>
                  <a:lnTo>
                    <a:pt x="10795" y="63246"/>
                  </a:lnTo>
                  <a:lnTo>
                    <a:pt x="20193" y="65151"/>
                  </a:lnTo>
                  <a:cubicBezTo>
                    <a:pt x="19431" y="68834"/>
                    <a:pt x="19050" y="72517"/>
                    <a:pt x="19050" y="76327"/>
                  </a:cubicBezTo>
                  <a:lnTo>
                    <a:pt x="19050" y="2171827"/>
                  </a:ln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484378" y="389382"/>
              <a:ext cx="457708" cy="457708"/>
            </a:xfrm>
            <a:custGeom>
              <a:avLst/>
              <a:gdLst/>
              <a:ahLst/>
              <a:cxnLst/>
              <a:rect r="r" b="b" t="t" l="l"/>
              <a:pathLst>
                <a:path h="457708" w="457708">
                  <a:moveTo>
                    <a:pt x="457708" y="228854"/>
                  </a:moveTo>
                  <a:cubicBezTo>
                    <a:pt x="457708" y="236347"/>
                    <a:pt x="457327" y="243840"/>
                    <a:pt x="456565" y="251206"/>
                  </a:cubicBezTo>
                  <a:cubicBezTo>
                    <a:pt x="455803" y="258572"/>
                    <a:pt x="454787" y="266065"/>
                    <a:pt x="453263" y="273431"/>
                  </a:cubicBezTo>
                  <a:cubicBezTo>
                    <a:pt x="451739" y="280797"/>
                    <a:pt x="449961" y="288036"/>
                    <a:pt x="447802" y="295148"/>
                  </a:cubicBezTo>
                  <a:cubicBezTo>
                    <a:pt x="445643" y="302260"/>
                    <a:pt x="443103" y="309372"/>
                    <a:pt x="440182" y="316230"/>
                  </a:cubicBezTo>
                  <a:cubicBezTo>
                    <a:pt x="437261" y="323088"/>
                    <a:pt x="434086" y="329946"/>
                    <a:pt x="430530" y="336550"/>
                  </a:cubicBezTo>
                  <a:cubicBezTo>
                    <a:pt x="426974" y="343154"/>
                    <a:pt x="423164" y="349504"/>
                    <a:pt x="418973" y="355854"/>
                  </a:cubicBezTo>
                  <a:cubicBezTo>
                    <a:pt x="414782" y="362204"/>
                    <a:pt x="410337" y="368046"/>
                    <a:pt x="405638" y="373888"/>
                  </a:cubicBezTo>
                  <a:cubicBezTo>
                    <a:pt x="400939" y="379730"/>
                    <a:pt x="395859" y="385191"/>
                    <a:pt x="390525" y="390525"/>
                  </a:cubicBezTo>
                  <a:cubicBezTo>
                    <a:pt x="385191" y="395859"/>
                    <a:pt x="379730" y="400812"/>
                    <a:pt x="373888" y="405638"/>
                  </a:cubicBezTo>
                  <a:cubicBezTo>
                    <a:pt x="368046" y="410464"/>
                    <a:pt x="362077" y="414782"/>
                    <a:pt x="355854" y="418973"/>
                  </a:cubicBezTo>
                  <a:cubicBezTo>
                    <a:pt x="349631" y="423164"/>
                    <a:pt x="343154" y="426974"/>
                    <a:pt x="336550" y="430530"/>
                  </a:cubicBezTo>
                  <a:cubicBezTo>
                    <a:pt x="329946" y="434086"/>
                    <a:pt x="323215" y="437261"/>
                    <a:pt x="316230" y="440182"/>
                  </a:cubicBezTo>
                  <a:cubicBezTo>
                    <a:pt x="309245" y="443103"/>
                    <a:pt x="302260" y="445516"/>
                    <a:pt x="295148" y="447802"/>
                  </a:cubicBezTo>
                  <a:cubicBezTo>
                    <a:pt x="288036" y="450088"/>
                    <a:pt x="280670" y="451739"/>
                    <a:pt x="273431" y="453263"/>
                  </a:cubicBezTo>
                  <a:cubicBezTo>
                    <a:pt x="266192" y="454787"/>
                    <a:pt x="258699" y="455803"/>
                    <a:pt x="251206" y="456565"/>
                  </a:cubicBezTo>
                  <a:cubicBezTo>
                    <a:pt x="243713" y="457327"/>
                    <a:pt x="236347" y="457708"/>
                    <a:pt x="228854" y="457708"/>
                  </a:cubicBezTo>
                  <a:cubicBezTo>
                    <a:pt x="221361" y="457708"/>
                    <a:pt x="213868" y="457327"/>
                    <a:pt x="206502" y="456565"/>
                  </a:cubicBezTo>
                  <a:cubicBezTo>
                    <a:pt x="199136" y="455803"/>
                    <a:pt x="191643" y="454787"/>
                    <a:pt x="184277" y="453263"/>
                  </a:cubicBezTo>
                  <a:cubicBezTo>
                    <a:pt x="176911" y="451739"/>
                    <a:pt x="169672" y="449961"/>
                    <a:pt x="162560" y="447802"/>
                  </a:cubicBezTo>
                  <a:cubicBezTo>
                    <a:pt x="155448" y="445643"/>
                    <a:pt x="148336" y="443103"/>
                    <a:pt x="141478" y="440182"/>
                  </a:cubicBezTo>
                  <a:cubicBezTo>
                    <a:pt x="134620" y="437261"/>
                    <a:pt x="127762" y="434086"/>
                    <a:pt x="121158" y="430530"/>
                  </a:cubicBezTo>
                  <a:cubicBezTo>
                    <a:pt x="114554" y="426974"/>
                    <a:pt x="108204" y="423164"/>
                    <a:pt x="101854" y="418973"/>
                  </a:cubicBezTo>
                  <a:cubicBezTo>
                    <a:pt x="95504" y="414782"/>
                    <a:pt x="89662" y="410337"/>
                    <a:pt x="83820" y="405638"/>
                  </a:cubicBezTo>
                  <a:cubicBezTo>
                    <a:pt x="77978" y="400939"/>
                    <a:pt x="72517" y="395859"/>
                    <a:pt x="67183" y="390525"/>
                  </a:cubicBezTo>
                  <a:cubicBezTo>
                    <a:pt x="61849" y="385191"/>
                    <a:pt x="56896" y="379730"/>
                    <a:pt x="52070" y="373888"/>
                  </a:cubicBezTo>
                  <a:cubicBezTo>
                    <a:pt x="47244" y="368046"/>
                    <a:pt x="42926" y="362077"/>
                    <a:pt x="38735" y="355854"/>
                  </a:cubicBezTo>
                  <a:cubicBezTo>
                    <a:pt x="34544" y="349631"/>
                    <a:pt x="30734" y="343154"/>
                    <a:pt x="27178" y="336550"/>
                  </a:cubicBezTo>
                  <a:cubicBezTo>
                    <a:pt x="23622" y="329946"/>
                    <a:pt x="20447" y="323215"/>
                    <a:pt x="17526" y="316230"/>
                  </a:cubicBezTo>
                  <a:cubicBezTo>
                    <a:pt x="14605" y="309245"/>
                    <a:pt x="12192" y="302260"/>
                    <a:pt x="9906" y="295148"/>
                  </a:cubicBezTo>
                  <a:cubicBezTo>
                    <a:pt x="7620" y="288036"/>
                    <a:pt x="5969" y="280670"/>
                    <a:pt x="4445" y="273431"/>
                  </a:cubicBezTo>
                  <a:cubicBezTo>
                    <a:pt x="2921" y="266192"/>
                    <a:pt x="1905" y="258699"/>
                    <a:pt x="1143" y="251206"/>
                  </a:cubicBezTo>
                  <a:cubicBezTo>
                    <a:pt x="381" y="243713"/>
                    <a:pt x="0" y="236347"/>
                    <a:pt x="0" y="228854"/>
                  </a:cubicBezTo>
                  <a:cubicBezTo>
                    <a:pt x="0" y="221361"/>
                    <a:pt x="381" y="213868"/>
                    <a:pt x="1143" y="206502"/>
                  </a:cubicBezTo>
                  <a:cubicBezTo>
                    <a:pt x="1905" y="199136"/>
                    <a:pt x="2921" y="191643"/>
                    <a:pt x="4445" y="184277"/>
                  </a:cubicBezTo>
                  <a:cubicBezTo>
                    <a:pt x="5969" y="176911"/>
                    <a:pt x="7747" y="169672"/>
                    <a:pt x="9906" y="162560"/>
                  </a:cubicBezTo>
                  <a:cubicBezTo>
                    <a:pt x="12065" y="155448"/>
                    <a:pt x="14605" y="148336"/>
                    <a:pt x="17526" y="141478"/>
                  </a:cubicBezTo>
                  <a:cubicBezTo>
                    <a:pt x="20447" y="134620"/>
                    <a:pt x="23622" y="127762"/>
                    <a:pt x="27178" y="121158"/>
                  </a:cubicBezTo>
                  <a:cubicBezTo>
                    <a:pt x="30734" y="114554"/>
                    <a:pt x="34544" y="108204"/>
                    <a:pt x="38735" y="101854"/>
                  </a:cubicBezTo>
                  <a:cubicBezTo>
                    <a:pt x="42926" y="95504"/>
                    <a:pt x="47371" y="89662"/>
                    <a:pt x="52070" y="83820"/>
                  </a:cubicBezTo>
                  <a:cubicBezTo>
                    <a:pt x="56769" y="77978"/>
                    <a:pt x="61849" y="72517"/>
                    <a:pt x="67183" y="67183"/>
                  </a:cubicBezTo>
                  <a:cubicBezTo>
                    <a:pt x="72517" y="61849"/>
                    <a:pt x="77978" y="56896"/>
                    <a:pt x="83820" y="52070"/>
                  </a:cubicBezTo>
                  <a:cubicBezTo>
                    <a:pt x="89662" y="47244"/>
                    <a:pt x="95631" y="42926"/>
                    <a:pt x="101854" y="38735"/>
                  </a:cubicBezTo>
                  <a:cubicBezTo>
                    <a:pt x="108077" y="34544"/>
                    <a:pt x="114554" y="30734"/>
                    <a:pt x="121158" y="27178"/>
                  </a:cubicBezTo>
                  <a:cubicBezTo>
                    <a:pt x="127762" y="23622"/>
                    <a:pt x="134493" y="20447"/>
                    <a:pt x="141478" y="17526"/>
                  </a:cubicBezTo>
                  <a:cubicBezTo>
                    <a:pt x="148463" y="14605"/>
                    <a:pt x="155448" y="12192"/>
                    <a:pt x="162560" y="9906"/>
                  </a:cubicBezTo>
                  <a:cubicBezTo>
                    <a:pt x="169672" y="7620"/>
                    <a:pt x="177038" y="5969"/>
                    <a:pt x="184277" y="4445"/>
                  </a:cubicBezTo>
                  <a:cubicBezTo>
                    <a:pt x="191516" y="2921"/>
                    <a:pt x="199009" y="1905"/>
                    <a:pt x="206502" y="1143"/>
                  </a:cubicBezTo>
                  <a:cubicBezTo>
                    <a:pt x="213995" y="381"/>
                    <a:pt x="221361" y="0"/>
                    <a:pt x="228854" y="0"/>
                  </a:cubicBezTo>
                  <a:cubicBezTo>
                    <a:pt x="236347" y="0"/>
                    <a:pt x="243840" y="381"/>
                    <a:pt x="251206" y="1143"/>
                  </a:cubicBezTo>
                  <a:cubicBezTo>
                    <a:pt x="258572" y="1905"/>
                    <a:pt x="266065" y="2921"/>
                    <a:pt x="273431" y="4445"/>
                  </a:cubicBezTo>
                  <a:cubicBezTo>
                    <a:pt x="280797" y="5969"/>
                    <a:pt x="288036" y="7747"/>
                    <a:pt x="295148" y="9906"/>
                  </a:cubicBezTo>
                  <a:cubicBezTo>
                    <a:pt x="302260" y="12065"/>
                    <a:pt x="309372" y="14605"/>
                    <a:pt x="316230" y="17526"/>
                  </a:cubicBezTo>
                  <a:cubicBezTo>
                    <a:pt x="323088" y="20447"/>
                    <a:pt x="329946" y="23622"/>
                    <a:pt x="336550" y="27178"/>
                  </a:cubicBezTo>
                  <a:cubicBezTo>
                    <a:pt x="343154" y="30734"/>
                    <a:pt x="349504" y="34544"/>
                    <a:pt x="355854" y="38735"/>
                  </a:cubicBezTo>
                  <a:cubicBezTo>
                    <a:pt x="362204" y="42926"/>
                    <a:pt x="368046" y="47371"/>
                    <a:pt x="373888" y="52070"/>
                  </a:cubicBezTo>
                  <a:cubicBezTo>
                    <a:pt x="379730" y="56769"/>
                    <a:pt x="385191" y="61849"/>
                    <a:pt x="390525" y="67183"/>
                  </a:cubicBezTo>
                  <a:cubicBezTo>
                    <a:pt x="395859" y="72517"/>
                    <a:pt x="400812" y="77978"/>
                    <a:pt x="405638" y="83820"/>
                  </a:cubicBezTo>
                  <a:cubicBezTo>
                    <a:pt x="410464" y="89662"/>
                    <a:pt x="414782" y="95631"/>
                    <a:pt x="418973" y="101854"/>
                  </a:cubicBezTo>
                  <a:cubicBezTo>
                    <a:pt x="423164" y="108077"/>
                    <a:pt x="426974" y="114554"/>
                    <a:pt x="430530" y="121158"/>
                  </a:cubicBezTo>
                  <a:cubicBezTo>
                    <a:pt x="434086" y="127762"/>
                    <a:pt x="437261" y="134493"/>
                    <a:pt x="440182" y="141478"/>
                  </a:cubicBezTo>
                  <a:cubicBezTo>
                    <a:pt x="443103" y="148463"/>
                    <a:pt x="445516" y="155448"/>
                    <a:pt x="447802" y="162560"/>
                  </a:cubicBezTo>
                  <a:cubicBezTo>
                    <a:pt x="450088" y="169672"/>
                    <a:pt x="451739" y="177038"/>
                    <a:pt x="453263" y="184277"/>
                  </a:cubicBezTo>
                  <a:cubicBezTo>
                    <a:pt x="454787" y="191516"/>
                    <a:pt x="455803" y="199009"/>
                    <a:pt x="456565" y="206502"/>
                  </a:cubicBezTo>
                  <a:cubicBezTo>
                    <a:pt x="457327" y="213995"/>
                    <a:pt x="457708" y="221361"/>
                    <a:pt x="457708" y="228854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9271244" y="2883607"/>
            <a:ext cx="10861163" cy="7279445"/>
          </a:xfrm>
          <a:custGeom>
            <a:avLst/>
            <a:gdLst/>
            <a:ahLst/>
            <a:cxnLst/>
            <a:rect r="r" b="b" t="t" l="l"/>
            <a:pathLst>
              <a:path h="7279445" w="10861163">
                <a:moveTo>
                  <a:pt x="0" y="0"/>
                </a:moveTo>
                <a:lnTo>
                  <a:pt x="10861164" y="0"/>
                </a:lnTo>
                <a:lnTo>
                  <a:pt x="10861164" y="7279445"/>
                </a:lnTo>
                <a:lnTo>
                  <a:pt x="0" y="72794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995964" y="2470804"/>
            <a:ext cx="4556552" cy="739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4"/>
              </a:lnSpc>
            </a:pPr>
            <a:r>
              <a:rPr lang="en-US" b="true" sz="4324">
                <a:solidFill>
                  <a:srgbClr val="1F2937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Core Concepts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31633" y="3839957"/>
            <a:ext cx="364331" cy="385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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197768" y="1290486"/>
            <a:ext cx="11828457" cy="647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b="true" sz="3750">
                <a:solidFill>
                  <a:srgbClr val="1F2937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Importing modules and loading our dataset</a:t>
            </a:r>
          </a:p>
        </p:txBody>
      </p: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3543300" y="3210685"/>
            <a:ext cx="1371600" cy="57150"/>
            <a:chOff x="0" y="0"/>
            <a:chExt cx="914400" cy="381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4400" cy="38100"/>
            </a:xfrm>
            <a:custGeom>
              <a:avLst/>
              <a:gdLst/>
              <a:ahLst/>
              <a:cxnLst/>
              <a:rect r="r" b="b" t="t" l="l"/>
              <a:pathLst>
                <a:path h="381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32588" y="3571101"/>
            <a:ext cx="8979408" cy="6270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17694" indent="-208847" lvl="1">
              <a:lnSpc>
                <a:spcPts val="3869"/>
              </a:lnSpc>
              <a:buFont typeface="Arial"/>
              <a:buChar char="•"/>
            </a:pPr>
            <a:r>
              <a:rPr lang="en-US" sz="193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Importing Modules:</a:t>
            </a:r>
          </a:p>
          <a:p>
            <a:pPr algn="l" marL="417694" indent="-208847" lvl="1">
              <a:lnSpc>
                <a:spcPts val="3869"/>
              </a:lnSpc>
              <a:buFont typeface="Arial"/>
              <a:buChar char="•"/>
            </a:pPr>
            <a:r>
              <a:rPr lang="en-US" sz="193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Modules and libraries (like NumPy, Pandas, Matplotlib) provide pre-built functions to simplify data analysis and visualization.</a:t>
            </a:r>
          </a:p>
          <a:p>
            <a:pPr algn="ctr" marL="417694" indent="-208847" lvl="1">
              <a:lnSpc>
                <a:spcPts val="3869"/>
              </a:lnSpc>
              <a:buFont typeface="Arial"/>
              <a:buChar char="•"/>
            </a:pPr>
            <a:r>
              <a:rPr lang="en-US" sz="193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Purpose of Importing:</a:t>
            </a:r>
          </a:p>
          <a:p>
            <a:pPr algn="l" marL="417694" indent="-208847" lvl="1">
              <a:lnSpc>
                <a:spcPts val="3869"/>
              </a:lnSpc>
              <a:buFont typeface="Arial"/>
              <a:buChar char="•"/>
            </a:pPr>
            <a:r>
              <a:rPr lang="en-US" sz="193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Helps reuse code efficiently and access specialized tools for numerical computing, data handling, and machine learning.</a:t>
            </a:r>
          </a:p>
          <a:p>
            <a:pPr algn="ctr" marL="417694" indent="-208847" lvl="1">
              <a:lnSpc>
                <a:spcPts val="3869"/>
              </a:lnSpc>
              <a:buFont typeface="Arial"/>
              <a:buChar char="•"/>
            </a:pPr>
            <a:r>
              <a:rPr lang="en-US" sz="193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Loading Datasets:</a:t>
            </a:r>
          </a:p>
          <a:p>
            <a:pPr algn="ctr" marL="417694" indent="-208847" lvl="1">
              <a:lnSpc>
                <a:spcPts val="3869"/>
              </a:lnSpc>
              <a:buFont typeface="Arial"/>
              <a:buChar char="•"/>
            </a:pPr>
            <a:r>
              <a:rPr lang="en-US" sz="193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Data can be loaded from various sources such as CSV, Excel, databases, or online links using functions like pandas.read_csv().</a:t>
            </a:r>
          </a:p>
          <a:p>
            <a:pPr algn="ctr" marL="417694" indent="-208847" lvl="1">
              <a:lnSpc>
                <a:spcPts val="3869"/>
              </a:lnSpc>
              <a:buFont typeface="Arial"/>
              <a:buChar char="•"/>
            </a:pPr>
            <a:r>
              <a:rPr lang="en-US" sz="193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Data Inspection:</a:t>
            </a:r>
          </a:p>
          <a:p>
            <a:pPr algn="ctr" marL="417691" indent="-208846" lvl="1">
              <a:lnSpc>
                <a:spcPts val="3869"/>
              </a:lnSpc>
              <a:buFont typeface="Arial"/>
              <a:buChar char="•"/>
            </a:pPr>
            <a:r>
              <a:rPr lang="en-US" sz="193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After loading, inspect data using commands like data.head(), data.info(), and data.describe() to understand structure and quality.</a:t>
            </a:r>
          </a:p>
          <a:p>
            <a:pPr algn="ctr">
              <a:lnSpc>
                <a:spcPts val="386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8426196" y="1907229"/>
            <a:ext cx="1371600" cy="57150"/>
            <a:chOff x="0" y="0"/>
            <a:chExt cx="914400" cy="38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" cy="38100"/>
            </a:xfrm>
            <a:custGeom>
              <a:avLst/>
              <a:gdLst/>
              <a:ahLst/>
              <a:cxnLst/>
              <a:rect r="r" b="b" t="t" l="l"/>
              <a:pathLst>
                <a:path h="381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0392" y="2801722"/>
            <a:ext cx="8129016" cy="3502152"/>
            <a:chOff x="0" y="0"/>
            <a:chExt cx="7225792" cy="311302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225792" cy="3113024"/>
            </a:xfrm>
            <a:custGeom>
              <a:avLst/>
              <a:gdLst/>
              <a:ahLst/>
              <a:cxnLst/>
              <a:rect r="r" b="b" t="t" l="l"/>
              <a:pathLst>
                <a:path h="3113024" w="7225792">
                  <a:moveTo>
                    <a:pt x="7067296" y="19812"/>
                  </a:moveTo>
                  <a:cubicBezTo>
                    <a:pt x="7079107" y="19812"/>
                    <a:pt x="7090410" y="22098"/>
                    <a:pt x="7101332" y="26543"/>
                  </a:cubicBezTo>
                  <a:cubicBezTo>
                    <a:pt x="7112253" y="30988"/>
                    <a:pt x="7121778" y="37465"/>
                    <a:pt x="7130161" y="45847"/>
                  </a:cubicBezTo>
                  <a:cubicBezTo>
                    <a:pt x="7138543" y="54229"/>
                    <a:pt x="7144893" y="63754"/>
                    <a:pt x="7149464" y="74676"/>
                  </a:cubicBezTo>
                  <a:cubicBezTo>
                    <a:pt x="7154037" y="85598"/>
                    <a:pt x="7156196" y="96901"/>
                    <a:pt x="7156196" y="108712"/>
                  </a:cubicBezTo>
                  <a:lnTo>
                    <a:pt x="7156196" y="2902712"/>
                  </a:lnTo>
                  <a:cubicBezTo>
                    <a:pt x="7156196" y="2914523"/>
                    <a:pt x="7153910" y="2925826"/>
                    <a:pt x="7149464" y="2936748"/>
                  </a:cubicBezTo>
                  <a:cubicBezTo>
                    <a:pt x="7145020" y="2947670"/>
                    <a:pt x="7138543" y="2957195"/>
                    <a:pt x="7130161" y="2965577"/>
                  </a:cubicBezTo>
                  <a:cubicBezTo>
                    <a:pt x="7121778" y="2973959"/>
                    <a:pt x="7112253" y="2980309"/>
                    <a:pt x="7101332" y="2984881"/>
                  </a:cubicBezTo>
                  <a:cubicBezTo>
                    <a:pt x="7090410" y="2989453"/>
                    <a:pt x="7079107" y="2991612"/>
                    <a:pt x="7067296" y="2991612"/>
                  </a:cubicBezTo>
                  <a:lnTo>
                    <a:pt x="158496" y="2991612"/>
                  </a:lnTo>
                  <a:cubicBezTo>
                    <a:pt x="146685" y="2991612"/>
                    <a:pt x="135382" y="2989326"/>
                    <a:pt x="124460" y="2984881"/>
                  </a:cubicBezTo>
                  <a:cubicBezTo>
                    <a:pt x="113538" y="2980436"/>
                    <a:pt x="104013" y="2973959"/>
                    <a:pt x="95631" y="2965577"/>
                  </a:cubicBezTo>
                  <a:cubicBezTo>
                    <a:pt x="87249" y="2957195"/>
                    <a:pt x="80899" y="2947670"/>
                    <a:pt x="76327" y="2936748"/>
                  </a:cubicBezTo>
                  <a:cubicBezTo>
                    <a:pt x="71755" y="2925826"/>
                    <a:pt x="69596" y="2914523"/>
                    <a:pt x="69596" y="2902712"/>
                  </a:cubicBezTo>
                  <a:lnTo>
                    <a:pt x="69596" y="108712"/>
                  </a:lnTo>
                  <a:cubicBezTo>
                    <a:pt x="69596" y="96901"/>
                    <a:pt x="71882" y="85598"/>
                    <a:pt x="76327" y="74676"/>
                  </a:cubicBezTo>
                  <a:cubicBezTo>
                    <a:pt x="80772" y="63754"/>
                    <a:pt x="87249" y="54229"/>
                    <a:pt x="95631" y="45847"/>
                  </a:cubicBezTo>
                  <a:cubicBezTo>
                    <a:pt x="104013" y="37465"/>
                    <a:pt x="113538" y="31115"/>
                    <a:pt x="124460" y="26543"/>
                  </a:cubicBezTo>
                  <a:cubicBezTo>
                    <a:pt x="135382" y="21971"/>
                    <a:pt x="146685" y="19812"/>
                    <a:pt x="158496" y="19812"/>
                  </a:cubicBezTo>
                  <a:close/>
                  <a:moveTo>
                    <a:pt x="0" y="0"/>
                  </a:moveTo>
                  <a:lnTo>
                    <a:pt x="0" y="3113024"/>
                  </a:lnTo>
                  <a:lnTo>
                    <a:pt x="7225792" y="3113024"/>
                  </a:lnTo>
                  <a:lnTo>
                    <a:pt x="7225792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850392" y="2801722"/>
            <a:ext cx="8129016" cy="3502152"/>
            <a:chOff x="0" y="0"/>
            <a:chExt cx="5419344" cy="233476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19344" cy="2334768"/>
            </a:xfrm>
            <a:custGeom>
              <a:avLst/>
              <a:gdLst/>
              <a:ahLst/>
              <a:cxnLst/>
              <a:rect r="r" b="b" t="t" l="l"/>
              <a:pathLst>
                <a:path h="2334768" w="5419344">
                  <a:moveTo>
                    <a:pt x="0" y="0"/>
                  </a:moveTo>
                  <a:lnTo>
                    <a:pt x="5419344" y="0"/>
                  </a:lnTo>
                  <a:lnTo>
                    <a:pt x="5419344" y="2334768"/>
                  </a:lnTo>
                  <a:lnTo>
                    <a:pt x="0" y="2334768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53796" y="2691994"/>
            <a:ext cx="8522208" cy="3890772"/>
            <a:chOff x="0" y="0"/>
            <a:chExt cx="7575296" cy="34584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75296" cy="3458464"/>
            </a:xfrm>
            <a:custGeom>
              <a:avLst/>
              <a:gdLst/>
              <a:ahLst/>
              <a:cxnLst/>
              <a:rect r="r" b="b" t="t" l="l"/>
              <a:pathLst>
                <a:path h="3458464" w="7575296">
                  <a:moveTo>
                    <a:pt x="7242048" y="117348"/>
                  </a:moveTo>
                  <a:cubicBezTo>
                    <a:pt x="7253859" y="117348"/>
                    <a:pt x="7265162" y="119634"/>
                    <a:pt x="7276084" y="124079"/>
                  </a:cubicBezTo>
                  <a:cubicBezTo>
                    <a:pt x="7287006" y="128524"/>
                    <a:pt x="7296531" y="135001"/>
                    <a:pt x="7304913" y="143383"/>
                  </a:cubicBezTo>
                  <a:cubicBezTo>
                    <a:pt x="7313295" y="151765"/>
                    <a:pt x="7319645" y="161290"/>
                    <a:pt x="7324217" y="172212"/>
                  </a:cubicBezTo>
                  <a:cubicBezTo>
                    <a:pt x="7328789" y="183134"/>
                    <a:pt x="7330948" y="194437"/>
                    <a:pt x="7330948" y="206248"/>
                  </a:cubicBezTo>
                  <a:lnTo>
                    <a:pt x="7330948" y="3000248"/>
                  </a:lnTo>
                  <a:cubicBezTo>
                    <a:pt x="7330948" y="3012059"/>
                    <a:pt x="7328662" y="3023362"/>
                    <a:pt x="7324217" y="3034284"/>
                  </a:cubicBezTo>
                  <a:cubicBezTo>
                    <a:pt x="7319772" y="3045206"/>
                    <a:pt x="7313295" y="3054731"/>
                    <a:pt x="7304913" y="3063113"/>
                  </a:cubicBezTo>
                  <a:cubicBezTo>
                    <a:pt x="7296531" y="3071495"/>
                    <a:pt x="7287006" y="3077845"/>
                    <a:pt x="7276084" y="3082417"/>
                  </a:cubicBezTo>
                  <a:cubicBezTo>
                    <a:pt x="7265162" y="3086989"/>
                    <a:pt x="7253859" y="3089148"/>
                    <a:pt x="7242048" y="3089148"/>
                  </a:cubicBezTo>
                  <a:lnTo>
                    <a:pt x="333248" y="3089148"/>
                  </a:lnTo>
                  <a:cubicBezTo>
                    <a:pt x="321437" y="3089148"/>
                    <a:pt x="310134" y="3086862"/>
                    <a:pt x="299212" y="3082417"/>
                  </a:cubicBezTo>
                  <a:cubicBezTo>
                    <a:pt x="288290" y="3077972"/>
                    <a:pt x="278765" y="3071495"/>
                    <a:pt x="270383" y="3063113"/>
                  </a:cubicBezTo>
                  <a:cubicBezTo>
                    <a:pt x="262001" y="3054731"/>
                    <a:pt x="255651" y="3045206"/>
                    <a:pt x="251079" y="3034284"/>
                  </a:cubicBezTo>
                  <a:cubicBezTo>
                    <a:pt x="246507" y="3023362"/>
                    <a:pt x="244348" y="3012059"/>
                    <a:pt x="244348" y="3000248"/>
                  </a:cubicBezTo>
                  <a:lnTo>
                    <a:pt x="244348" y="206248"/>
                  </a:lnTo>
                  <a:cubicBezTo>
                    <a:pt x="244348" y="194437"/>
                    <a:pt x="246634" y="183134"/>
                    <a:pt x="251079" y="172212"/>
                  </a:cubicBezTo>
                  <a:cubicBezTo>
                    <a:pt x="255524" y="161290"/>
                    <a:pt x="262001" y="151765"/>
                    <a:pt x="270383" y="143383"/>
                  </a:cubicBezTo>
                  <a:cubicBezTo>
                    <a:pt x="278765" y="135001"/>
                    <a:pt x="288290" y="128651"/>
                    <a:pt x="299212" y="124079"/>
                  </a:cubicBezTo>
                  <a:cubicBezTo>
                    <a:pt x="310134" y="119507"/>
                    <a:pt x="321437" y="117348"/>
                    <a:pt x="333248" y="117348"/>
                  </a:cubicBezTo>
                  <a:close/>
                  <a:moveTo>
                    <a:pt x="0" y="0"/>
                  </a:moveTo>
                  <a:lnTo>
                    <a:pt x="0" y="3458464"/>
                  </a:lnTo>
                  <a:lnTo>
                    <a:pt x="7575296" y="3458464"/>
                  </a:lnTo>
                  <a:lnTo>
                    <a:pt x="7575296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-4814448" y="2067630"/>
            <a:ext cx="18087095" cy="8472487"/>
            <a:chOff x="0" y="0"/>
            <a:chExt cx="5808472" cy="27208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3500" y="63500"/>
              <a:ext cx="5681472" cy="2593848"/>
            </a:xfrm>
            <a:custGeom>
              <a:avLst/>
              <a:gdLst/>
              <a:ahLst/>
              <a:cxnLst/>
              <a:rect r="r" b="b" t="t" l="l"/>
              <a:pathLst>
                <a:path h="2593848" w="5681472">
                  <a:moveTo>
                    <a:pt x="0" y="0"/>
                  </a:moveTo>
                  <a:lnTo>
                    <a:pt x="5681472" y="0"/>
                  </a:lnTo>
                  <a:lnTo>
                    <a:pt x="5681472" y="2593848"/>
                  </a:lnTo>
                  <a:lnTo>
                    <a:pt x="0" y="25938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46761" y="151511"/>
              <a:ext cx="5314950" cy="2228850"/>
            </a:xfrm>
            <a:custGeom>
              <a:avLst/>
              <a:gdLst/>
              <a:ahLst/>
              <a:cxnLst/>
              <a:rect r="r" b="b" t="t" l="l"/>
              <a:pathLst>
                <a:path h="2228850" w="5314950">
                  <a:moveTo>
                    <a:pt x="0" y="2162175"/>
                  </a:moveTo>
                  <a:lnTo>
                    <a:pt x="0" y="66675"/>
                  </a:ln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lnTo>
                    <a:pt x="5248275" y="0"/>
                  </a:lnTo>
                  <a:cubicBezTo>
                    <a:pt x="5252593" y="0"/>
                    <a:pt x="5257038" y="381"/>
                    <a:pt x="5261229" y="1270"/>
                  </a:cubicBezTo>
                  <a:cubicBezTo>
                    <a:pt x="5265420" y="2159"/>
                    <a:pt x="5269738" y="3429"/>
                    <a:pt x="5273675" y="5080"/>
                  </a:cubicBezTo>
                  <a:cubicBezTo>
                    <a:pt x="5277612" y="6731"/>
                    <a:pt x="5281549" y="8763"/>
                    <a:pt x="5285232" y="11303"/>
                  </a:cubicBezTo>
                  <a:cubicBezTo>
                    <a:pt x="5288915" y="13843"/>
                    <a:pt x="5292217" y="16510"/>
                    <a:pt x="5295392" y="19558"/>
                  </a:cubicBezTo>
                  <a:cubicBezTo>
                    <a:pt x="5298567" y="22606"/>
                    <a:pt x="5301234" y="26035"/>
                    <a:pt x="5303647" y="29718"/>
                  </a:cubicBezTo>
                  <a:cubicBezTo>
                    <a:pt x="5306060" y="33401"/>
                    <a:pt x="5308092" y="37211"/>
                    <a:pt x="5309870" y="41275"/>
                  </a:cubicBezTo>
                  <a:cubicBezTo>
                    <a:pt x="5311647" y="45339"/>
                    <a:pt x="5312791" y="49530"/>
                    <a:pt x="5313679" y="53721"/>
                  </a:cubicBezTo>
                  <a:cubicBezTo>
                    <a:pt x="5314568" y="57912"/>
                    <a:pt x="5314950" y="62357"/>
                    <a:pt x="5314950" y="66675"/>
                  </a:cubicBezTo>
                  <a:lnTo>
                    <a:pt x="5314950" y="2162175"/>
                  </a:lnTo>
                  <a:cubicBezTo>
                    <a:pt x="5314950" y="2166493"/>
                    <a:pt x="5314569" y="2170938"/>
                    <a:pt x="5313679" y="2175129"/>
                  </a:cubicBezTo>
                  <a:cubicBezTo>
                    <a:pt x="5312790" y="2179320"/>
                    <a:pt x="5311520" y="2183638"/>
                    <a:pt x="5309870" y="2187575"/>
                  </a:cubicBezTo>
                  <a:cubicBezTo>
                    <a:pt x="5308219" y="2191512"/>
                    <a:pt x="5306186" y="2195449"/>
                    <a:pt x="5303647" y="2199132"/>
                  </a:cubicBezTo>
                  <a:cubicBezTo>
                    <a:pt x="5301107" y="2202815"/>
                    <a:pt x="5298440" y="2206117"/>
                    <a:pt x="5295392" y="2209292"/>
                  </a:cubicBezTo>
                  <a:cubicBezTo>
                    <a:pt x="5292344" y="2212467"/>
                    <a:pt x="5288915" y="2215134"/>
                    <a:pt x="5285232" y="2217547"/>
                  </a:cubicBezTo>
                  <a:cubicBezTo>
                    <a:pt x="5281549" y="2219960"/>
                    <a:pt x="5277739" y="2221992"/>
                    <a:pt x="5273675" y="2223770"/>
                  </a:cubicBezTo>
                  <a:cubicBezTo>
                    <a:pt x="5269611" y="2225548"/>
                    <a:pt x="5265420" y="2226691"/>
                    <a:pt x="5261229" y="2227580"/>
                  </a:cubicBezTo>
                  <a:cubicBezTo>
                    <a:pt x="5257038" y="2228469"/>
                    <a:pt x="5252593" y="2228850"/>
                    <a:pt x="5248275" y="2228850"/>
                  </a:cubicBezTo>
                  <a:lnTo>
                    <a:pt x="66675" y="2228850"/>
                  </a:lnTo>
                  <a:cubicBezTo>
                    <a:pt x="62357" y="2228850"/>
                    <a:pt x="57912" y="2228469"/>
                    <a:pt x="53721" y="2227580"/>
                  </a:cubicBezTo>
                  <a:cubicBezTo>
                    <a:pt x="49530" y="2226691"/>
                    <a:pt x="45212" y="2225421"/>
                    <a:pt x="41275" y="2223770"/>
                  </a:cubicBezTo>
                  <a:cubicBezTo>
                    <a:pt x="37338" y="2222119"/>
                    <a:pt x="33401" y="2220087"/>
                    <a:pt x="29718" y="2217547"/>
                  </a:cubicBezTo>
                  <a:cubicBezTo>
                    <a:pt x="26035" y="2215007"/>
                    <a:pt x="22733" y="2212340"/>
                    <a:pt x="19558" y="2209292"/>
                  </a:cubicBezTo>
                  <a:cubicBezTo>
                    <a:pt x="16383" y="2206244"/>
                    <a:pt x="13716" y="2202815"/>
                    <a:pt x="11303" y="2199132"/>
                  </a:cubicBezTo>
                  <a:cubicBezTo>
                    <a:pt x="8890" y="2195449"/>
                    <a:pt x="6858" y="2191639"/>
                    <a:pt x="5080" y="2187575"/>
                  </a:cubicBezTo>
                  <a:cubicBezTo>
                    <a:pt x="3302" y="2183511"/>
                    <a:pt x="2159" y="2179320"/>
                    <a:pt x="1270" y="2175129"/>
                  </a:cubicBezTo>
                  <a:cubicBezTo>
                    <a:pt x="381" y="2170938"/>
                    <a:pt x="0" y="2166493"/>
                    <a:pt x="0" y="216217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37236" y="141859"/>
              <a:ext cx="5334254" cy="2248154"/>
            </a:xfrm>
            <a:custGeom>
              <a:avLst/>
              <a:gdLst/>
              <a:ahLst/>
              <a:cxnLst/>
              <a:rect r="r" b="b" t="t" l="l"/>
              <a:pathLst>
                <a:path h="2248154" w="5334254">
                  <a:moveTo>
                    <a:pt x="0" y="2171827"/>
                  </a:moveTo>
                  <a:lnTo>
                    <a:pt x="0" y="76327"/>
                  </a:lnTo>
                  <a:lnTo>
                    <a:pt x="9525" y="76327"/>
                  </a:lnTo>
                  <a:lnTo>
                    <a:pt x="0" y="76327"/>
                  </a:lnTo>
                  <a:cubicBezTo>
                    <a:pt x="0" y="71374"/>
                    <a:pt x="508" y="66421"/>
                    <a:pt x="1524" y="61468"/>
                  </a:cubicBezTo>
                  <a:lnTo>
                    <a:pt x="1524" y="61468"/>
                  </a:lnTo>
                  <a:lnTo>
                    <a:pt x="1524" y="61468"/>
                  </a:lnTo>
                  <a:cubicBezTo>
                    <a:pt x="2540" y="56515"/>
                    <a:pt x="3937" y="51816"/>
                    <a:pt x="5842" y="47117"/>
                  </a:cubicBezTo>
                  <a:lnTo>
                    <a:pt x="5842" y="47117"/>
                  </a:lnTo>
                  <a:lnTo>
                    <a:pt x="5842" y="47117"/>
                  </a:lnTo>
                  <a:cubicBezTo>
                    <a:pt x="7747" y="42545"/>
                    <a:pt x="10160" y="38100"/>
                    <a:pt x="12827" y="33909"/>
                  </a:cubicBezTo>
                  <a:lnTo>
                    <a:pt x="20701" y="39243"/>
                  </a:lnTo>
                  <a:lnTo>
                    <a:pt x="12827" y="33909"/>
                  </a:lnTo>
                  <a:cubicBezTo>
                    <a:pt x="15621" y="29718"/>
                    <a:pt x="18796" y="25908"/>
                    <a:pt x="22352" y="22352"/>
                  </a:cubicBezTo>
                  <a:lnTo>
                    <a:pt x="29083" y="29083"/>
                  </a:lnTo>
                  <a:lnTo>
                    <a:pt x="22352" y="22352"/>
                  </a:lnTo>
                  <a:cubicBezTo>
                    <a:pt x="25908" y="18796"/>
                    <a:pt x="29718" y="15621"/>
                    <a:pt x="33909" y="12827"/>
                  </a:cubicBezTo>
                  <a:lnTo>
                    <a:pt x="39243" y="20701"/>
                  </a:lnTo>
                  <a:lnTo>
                    <a:pt x="33909" y="12827"/>
                  </a:lnTo>
                  <a:cubicBezTo>
                    <a:pt x="38100" y="10033"/>
                    <a:pt x="42418" y="7747"/>
                    <a:pt x="47117" y="5842"/>
                  </a:cubicBezTo>
                  <a:lnTo>
                    <a:pt x="47117" y="5842"/>
                  </a:lnTo>
                  <a:lnTo>
                    <a:pt x="47117" y="5842"/>
                  </a:lnTo>
                  <a:cubicBezTo>
                    <a:pt x="51689" y="3937"/>
                    <a:pt x="56515" y="2540"/>
                    <a:pt x="61468" y="1524"/>
                  </a:cubicBezTo>
                  <a:lnTo>
                    <a:pt x="63373" y="10922"/>
                  </a:lnTo>
                  <a:lnTo>
                    <a:pt x="61468" y="1524"/>
                  </a:lnTo>
                  <a:cubicBezTo>
                    <a:pt x="66421" y="508"/>
                    <a:pt x="71374" y="0"/>
                    <a:pt x="76327" y="0"/>
                  </a:cubicBezTo>
                  <a:lnTo>
                    <a:pt x="76327" y="9525"/>
                  </a:lnTo>
                  <a:lnTo>
                    <a:pt x="76327" y="0"/>
                  </a:lnTo>
                  <a:lnTo>
                    <a:pt x="5257927" y="0"/>
                  </a:lnTo>
                  <a:lnTo>
                    <a:pt x="5257927" y="9525"/>
                  </a:lnTo>
                  <a:lnTo>
                    <a:pt x="5257927" y="0"/>
                  </a:lnTo>
                  <a:cubicBezTo>
                    <a:pt x="5262880" y="0"/>
                    <a:pt x="5267833" y="508"/>
                    <a:pt x="5272786" y="1524"/>
                  </a:cubicBezTo>
                  <a:lnTo>
                    <a:pt x="5270881" y="10922"/>
                  </a:lnTo>
                  <a:lnTo>
                    <a:pt x="5272786" y="1524"/>
                  </a:lnTo>
                  <a:cubicBezTo>
                    <a:pt x="5277739" y="2540"/>
                    <a:pt x="5282438" y="3937"/>
                    <a:pt x="5287137" y="5842"/>
                  </a:cubicBezTo>
                  <a:lnTo>
                    <a:pt x="5283454" y="14605"/>
                  </a:lnTo>
                  <a:lnTo>
                    <a:pt x="5287137" y="5842"/>
                  </a:lnTo>
                  <a:cubicBezTo>
                    <a:pt x="5291709" y="7747"/>
                    <a:pt x="5296154" y="10160"/>
                    <a:pt x="5300345" y="12827"/>
                  </a:cubicBezTo>
                  <a:lnTo>
                    <a:pt x="5300345" y="12827"/>
                  </a:lnTo>
                  <a:lnTo>
                    <a:pt x="5300345" y="12827"/>
                  </a:lnTo>
                  <a:cubicBezTo>
                    <a:pt x="5304536" y="15621"/>
                    <a:pt x="5308346" y="18796"/>
                    <a:pt x="5311902" y="22352"/>
                  </a:cubicBezTo>
                  <a:lnTo>
                    <a:pt x="5305171" y="29083"/>
                  </a:lnTo>
                  <a:lnTo>
                    <a:pt x="5311902" y="22352"/>
                  </a:lnTo>
                  <a:cubicBezTo>
                    <a:pt x="5315458" y="25908"/>
                    <a:pt x="5318633" y="29718"/>
                    <a:pt x="5321427" y="33909"/>
                  </a:cubicBezTo>
                  <a:lnTo>
                    <a:pt x="5313553" y="39243"/>
                  </a:lnTo>
                  <a:lnTo>
                    <a:pt x="5321427" y="33909"/>
                  </a:lnTo>
                  <a:cubicBezTo>
                    <a:pt x="5324221" y="38100"/>
                    <a:pt x="5326507" y="42418"/>
                    <a:pt x="5328412" y="47117"/>
                  </a:cubicBezTo>
                  <a:lnTo>
                    <a:pt x="5328412" y="47117"/>
                  </a:lnTo>
                  <a:lnTo>
                    <a:pt x="5328412" y="47117"/>
                  </a:lnTo>
                  <a:cubicBezTo>
                    <a:pt x="5330317" y="51689"/>
                    <a:pt x="5331714" y="56515"/>
                    <a:pt x="5332730" y="61468"/>
                  </a:cubicBezTo>
                  <a:lnTo>
                    <a:pt x="5323332" y="63373"/>
                  </a:lnTo>
                  <a:lnTo>
                    <a:pt x="5332730" y="61468"/>
                  </a:lnTo>
                  <a:cubicBezTo>
                    <a:pt x="5333746" y="66421"/>
                    <a:pt x="5334254" y="71374"/>
                    <a:pt x="5334254" y="76327"/>
                  </a:cubicBezTo>
                  <a:lnTo>
                    <a:pt x="5324729" y="76327"/>
                  </a:lnTo>
                  <a:lnTo>
                    <a:pt x="5334254" y="76327"/>
                  </a:lnTo>
                  <a:lnTo>
                    <a:pt x="5334254" y="2171827"/>
                  </a:lnTo>
                  <a:lnTo>
                    <a:pt x="5324729" y="2171827"/>
                  </a:lnTo>
                  <a:lnTo>
                    <a:pt x="5334254" y="2171827"/>
                  </a:lnTo>
                  <a:cubicBezTo>
                    <a:pt x="5334254" y="2176780"/>
                    <a:pt x="5333746" y="2181733"/>
                    <a:pt x="5332730" y="2186686"/>
                  </a:cubicBezTo>
                  <a:lnTo>
                    <a:pt x="5332730" y="2186686"/>
                  </a:lnTo>
                  <a:lnTo>
                    <a:pt x="5332730" y="2186686"/>
                  </a:lnTo>
                  <a:cubicBezTo>
                    <a:pt x="5331714" y="2191639"/>
                    <a:pt x="5330317" y="2196338"/>
                    <a:pt x="5328412" y="2201037"/>
                  </a:cubicBezTo>
                  <a:lnTo>
                    <a:pt x="5328412" y="2201037"/>
                  </a:lnTo>
                  <a:lnTo>
                    <a:pt x="5328412" y="2201037"/>
                  </a:lnTo>
                  <a:cubicBezTo>
                    <a:pt x="5326507" y="2205609"/>
                    <a:pt x="5324094" y="2210054"/>
                    <a:pt x="5321427" y="2214245"/>
                  </a:cubicBezTo>
                  <a:lnTo>
                    <a:pt x="5313553" y="2208911"/>
                  </a:lnTo>
                  <a:lnTo>
                    <a:pt x="5321427" y="2214245"/>
                  </a:lnTo>
                  <a:cubicBezTo>
                    <a:pt x="5318633" y="2218436"/>
                    <a:pt x="5315458" y="2222246"/>
                    <a:pt x="5311902" y="2225802"/>
                  </a:cubicBezTo>
                  <a:lnTo>
                    <a:pt x="5311902" y="2225802"/>
                  </a:lnTo>
                  <a:lnTo>
                    <a:pt x="5311902" y="2225802"/>
                  </a:lnTo>
                  <a:cubicBezTo>
                    <a:pt x="5308346" y="2229358"/>
                    <a:pt x="5304537" y="2232533"/>
                    <a:pt x="5300345" y="2235327"/>
                  </a:cubicBezTo>
                  <a:lnTo>
                    <a:pt x="5300345" y="2235327"/>
                  </a:lnTo>
                  <a:lnTo>
                    <a:pt x="5300345" y="2235327"/>
                  </a:lnTo>
                  <a:cubicBezTo>
                    <a:pt x="5296155" y="2238121"/>
                    <a:pt x="5291836" y="2240407"/>
                    <a:pt x="5287137" y="2242312"/>
                  </a:cubicBezTo>
                  <a:lnTo>
                    <a:pt x="5283454" y="2233549"/>
                  </a:lnTo>
                  <a:lnTo>
                    <a:pt x="5287137" y="2242312"/>
                  </a:lnTo>
                  <a:cubicBezTo>
                    <a:pt x="5282565" y="2244217"/>
                    <a:pt x="5277739" y="2245614"/>
                    <a:pt x="5272786" y="2246630"/>
                  </a:cubicBezTo>
                  <a:lnTo>
                    <a:pt x="5270881" y="2237232"/>
                  </a:lnTo>
                  <a:lnTo>
                    <a:pt x="5272786" y="2246630"/>
                  </a:lnTo>
                  <a:cubicBezTo>
                    <a:pt x="5267833" y="2247646"/>
                    <a:pt x="5262880" y="2248154"/>
                    <a:pt x="5257927" y="2248154"/>
                  </a:cubicBezTo>
                  <a:lnTo>
                    <a:pt x="5257927" y="2248154"/>
                  </a:lnTo>
                  <a:lnTo>
                    <a:pt x="5257927" y="2248154"/>
                  </a:lnTo>
                  <a:lnTo>
                    <a:pt x="76327" y="2248154"/>
                  </a:lnTo>
                  <a:lnTo>
                    <a:pt x="76327" y="2248154"/>
                  </a:lnTo>
                  <a:lnTo>
                    <a:pt x="76327" y="2248154"/>
                  </a:lnTo>
                  <a:cubicBezTo>
                    <a:pt x="71374" y="2248154"/>
                    <a:pt x="66421" y="2247646"/>
                    <a:pt x="61468" y="2246630"/>
                  </a:cubicBezTo>
                  <a:lnTo>
                    <a:pt x="63373" y="2237232"/>
                  </a:lnTo>
                  <a:lnTo>
                    <a:pt x="61468" y="2246630"/>
                  </a:lnTo>
                  <a:cubicBezTo>
                    <a:pt x="56515" y="2245614"/>
                    <a:pt x="51816" y="2244217"/>
                    <a:pt x="47117" y="2242312"/>
                  </a:cubicBezTo>
                  <a:lnTo>
                    <a:pt x="50800" y="2233549"/>
                  </a:lnTo>
                  <a:lnTo>
                    <a:pt x="47117" y="2242312"/>
                  </a:lnTo>
                  <a:cubicBezTo>
                    <a:pt x="42545" y="2240407"/>
                    <a:pt x="38100" y="2237994"/>
                    <a:pt x="33909" y="2235327"/>
                  </a:cubicBezTo>
                  <a:lnTo>
                    <a:pt x="33909" y="2235327"/>
                  </a:lnTo>
                  <a:lnTo>
                    <a:pt x="33909" y="2235327"/>
                  </a:lnTo>
                  <a:cubicBezTo>
                    <a:pt x="29718" y="2232533"/>
                    <a:pt x="25908" y="2229358"/>
                    <a:pt x="22352" y="2225802"/>
                  </a:cubicBezTo>
                  <a:lnTo>
                    <a:pt x="22352" y="2225802"/>
                  </a:lnTo>
                  <a:lnTo>
                    <a:pt x="22352" y="2225802"/>
                  </a:lnTo>
                  <a:cubicBezTo>
                    <a:pt x="18796" y="2222246"/>
                    <a:pt x="15621" y="2218436"/>
                    <a:pt x="12827" y="2214245"/>
                  </a:cubicBezTo>
                  <a:lnTo>
                    <a:pt x="12827" y="2214245"/>
                  </a:lnTo>
                  <a:lnTo>
                    <a:pt x="12827" y="2214245"/>
                  </a:lnTo>
                  <a:cubicBezTo>
                    <a:pt x="10033" y="2210054"/>
                    <a:pt x="7747" y="2205736"/>
                    <a:pt x="5842" y="2201037"/>
                  </a:cubicBezTo>
                  <a:lnTo>
                    <a:pt x="5842" y="2201037"/>
                  </a:lnTo>
                  <a:lnTo>
                    <a:pt x="5842" y="2201037"/>
                  </a:lnTo>
                  <a:cubicBezTo>
                    <a:pt x="3937" y="2196465"/>
                    <a:pt x="2540" y="2191639"/>
                    <a:pt x="1524" y="2186686"/>
                  </a:cubicBezTo>
                  <a:lnTo>
                    <a:pt x="1524" y="2186686"/>
                  </a:lnTo>
                  <a:lnTo>
                    <a:pt x="1524" y="2186686"/>
                  </a:lnTo>
                  <a:cubicBezTo>
                    <a:pt x="508" y="2181733"/>
                    <a:pt x="0" y="2176780"/>
                    <a:pt x="0" y="2171827"/>
                  </a:cubicBezTo>
                  <a:lnTo>
                    <a:pt x="9525" y="2171827"/>
                  </a:lnTo>
                  <a:lnTo>
                    <a:pt x="0" y="2171827"/>
                  </a:lnTo>
                  <a:moveTo>
                    <a:pt x="19050" y="2171827"/>
                  </a:moveTo>
                  <a:cubicBezTo>
                    <a:pt x="19050" y="2175637"/>
                    <a:pt x="19431" y="2179320"/>
                    <a:pt x="20193" y="2183003"/>
                  </a:cubicBezTo>
                  <a:lnTo>
                    <a:pt x="10795" y="2184908"/>
                  </a:lnTo>
                  <a:lnTo>
                    <a:pt x="20193" y="2183003"/>
                  </a:lnTo>
                  <a:cubicBezTo>
                    <a:pt x="20955" y="2186686"/>
                    <a:pt x="21971" y="2190242"/>
                    <a:pt x="23495" y="2193671"/>
                  </a:cubicBezTo>
                  <a:lnTo>
                    <a:pt x="14732" y="2197354"/>
                  </a:lnTo>
                  <a:lnTo>
                    <a:pt x="23495" y="2193671"/>
                  </a:lnTo>
                  <a:cubicBezTo>
                    <a:pt x="24892" y="2197100"/>
                    <a:pt x="26670" y="2200402"/>
                    <a:pt x="28829" y="2203577"/>
                  </a:cubicBezTo>
                  <a:lnTo>
                    <a:pt x="20955" y="2208911"/>
                  </a:lnTo>
                  <a:lnTo>
                    <a:pt x="28829" y="2203577"/>
                  </a:lnTo>
                  <a:cubicBezTo>
                    <a:pt x="30861" y="2206752"/>
                    <a:pt x="33274" y="2209546"/>
                    <a:pt x="35941" y="2212213"/>
                  </a:cubicBezTo>
                  <a:lnTo>
                    <a:pt x="29210" y="2218944"/>
                  </a:lnTo>
                  <a:lnTo>
                    <a:pt x="35941" y="2212213"/>
                  </a:lnTo>
                  <a:cubicBezTo>
                    <a:pt x="38608" y="2214880"/>
                    <a:pt x="41529" y="2217293"/>
                    <a:pt x="44577" y="2219325"/>
                  </a:cubicBezTo>
                  <a:lnTo>
                    <a:pt x="39243" y="2227199"/>
                  </a:lnTo>
                  <a:lnTo>
                    <a:pt x="44577" y="2219325"/>
                  </a:lnTo>
                  <a:cubicBezTo>
                    <a:pt x="47752" y="2221357"/>
                    <a:pt x="50927" y="2223135"/>
                    <a:pt x="54483" y="2224659"/>
                  </a:cubicBezTo>
                  <a:lnTo>
                    <a:pt x="54483" y="2224659"/>
                  </a:lnTo>
                  <a:lnTo>
                    <a:pt x="54483" y="2224659"/>
                  </a:lnTo>
                  <a:cubicBezTo>
                    <a:pt x="57912" y="2226056"/>
                    <a:pt x="61468" y="2227199"/>
                    <a:pt x="65151" y="2227961"/>
                  </a:cubicBezTo>
                  <a:cubicBezTo>
                    <a:pt x="68834" y="2228723"/>
                    <a:pt x="72517" y="2229104"/>
                    <a:pt x="76327" y="2229104"/>
                  </a:cubicBezTo>
                  <a:lnTo>
                    <a:pt x="76327" y="2238629"/>
                  </a:lnTo>
                  <a:lnTo>
                    <a:pt x="76327" y="2229104"/>
                  </a:lnTo>
                  <a:lnTo>
                    <a:pt x="5257927" y="2229104"/>
                  </a:lnTo>
                  <a:lnTo>
                    <a:pt x="5257927" y="2238629"/>
                  </a:lnTo>
                  <a:lnTo>
                    <a:pt x="5257927" y="2229104"/>
                  </a:lnTo>
                  <a:cubicBezTo>
                    <a:pt x="5261737" y="2229104"/>
                    <a:pt x="5265420" y="2228723"/>
                    <a:pt x="5269103" y="2227961"/>
                  </a:cubicBezTo>
                  <a:cubicBezTo>
                    <a:pt x="5272786" y="2227199"/>
                    <a:pt x="5276342" y="2226183"/>
                    <a:pt x="5279771" y="2224659"/>
                  </a:cubicBezTo>
                  <a:lnTo>
                    <a:pt x="5279771" y="2224659"/>
                  </a:lnTo>
                  <a:lnTo>
                    <a:pt x="5279771" y="2224659"/>
                  </a:lnTo>
                  <a:cubicBezTo>
                    <a:pt x="5283200" y="2223262"/>
                    <a:pt x="5286502" y="2221484"/>
                    <a:pt x="5289677" y="2219325"/>
                  </a:cubicBezTo>
                  <a:lnTo>
                    <a:pt x="5295011" y="2227199"/>
                  </a:lnTo>
                  <a:lnTo>
                    <a:pt x="5289677" y="2219325"/>
                  </a:lnTo>
                  <a:cubicBezTo>
                    <a:pt x="5292852" y="2217293"/>
                    <a:pt x="5295646" y="2214880"/>
                    <a:pt x="5298313" y="2212213"/>
                  </a:cubicBezTo>
                  <a:lnTo>
                    <a:pt x="5305044" y="2218944"/>
                  </a:lnTo>
                  <a:lnTo>
                    <a:pt x="5298313" y="2212213"/>
                  </a:lnTo>
                  <a:cubicBezTo>
                    <a:pt x="5300980" y="2209546"/>
                    <a:pt x="5303393" y="2206625"/>
                    <a:pt x="5305425" y="2203577"/>
                  </a:cubicBezTo>
                  <a:lnTo>
                    <a:pt x="5305425" y="2203577"/>
                  </a:lnTo>
                  <a:lnTo>
                    <a:pt x="5305425" y="2203577"/>
                  </a:lnTo>
                  <a:cubicBezTo>
                    <a:pt x="5307457" y="2200402"/>
                    <a:pt x="5309235" y="2197227"/>
                    <a:pt x="5310759" y="2193671"/>
                  </a:cubicBezTo>
                  <a:lnTo>
                    <a:pt x="5319522" y="2197354"/>
                  </a:lnTo>
                  <a:lnTo>
                    <a:pt x="5310759" y="2193671"/>
                  </a:lnTo>
                  <a:cubicBezTo>
                    <a:pt x="5312156" y="2190242"/>
                    <a:pt x="5313299" y="2186686"/>
                    <a:pt x="5314061" y="2183003"/>
                  </a:cubicBezTo>
                  <a:lnTo>
                    <a:pt x="5323459" y="2184908"/>
                  </a:lnTo>
                  <a:lnTo>
                    <a:pt x="5314061" y="2183003"/>
                  </a:lnTo>
                  <a:cubicBezTo>
                    <a:pt x="5314823" y="2179320"/>
                    <a:pt x="5315204" y="2175637"/>
                    <a:pt x="5315204" y="2171827"/>
                  </a:cubicBezTo>
                  <a:lnTo>
                    <a:pt x="5315204" y="76327"/>
                  </a:lnTo>
                  <a:cubicBezTo>
                    <a:pt x="5315204" y="72517"/>
                    <a:pt x="5314823" y="68834"/>
                    <a:pt x="5314061" y="65151"/>
                  </a:cubicBezTo>
                  <a:cubicBezTo>
                    <a:pt x="5313299" y="61468"/>
                    <a:pt x="5312283" y="57912"/>
                    <a:pt x="5310759" y="54483"/>
                  </a:cubicBezTo>
                  <a:lnTo>
                    <a:pt x="5319522" y="50800"/>
                  </a:lnTo>
                  <a:lnTo>
                    <a:pt x="5310759" y="54483"/>
                  </a:lnTo>
                  <a:cubicBezTo>
                    <a:pt x="5309362" y="51054"/>
                    <a:pt x="5307584" y="47752"/>
                    <a:pt x="5305425" y="44577"/>
                  </a:cubicBezTo>
                  <a:cubicBezTo>
                    <a:pt x="5303266" y="41402"/>
                    <a:pt x="5300980" y="38608"/>
                    <a:pt x="5298313" y="35941"/>
                  </a:cubicBezTo>
                  <a:cubicBezTo>
                    <a:pt x="5295646" y="33274"/>
                    <a:pt x="5292725" y="30861"/>
                    <a:pt x="5289677" y="28829"/>
                  </a:cubicBezTo>
                  <a:lnTo>
                    <a:pt x="5295011" y="20955"/>
                  </a:lnTo>
                  <a:lnTo>
                    <a:pt x="5289677" y="28829"/>
                  </a:lnTo>
                  <a:cubicBezTo>
                    <a:pt x="5286502" y="26797"/>
                    <a:pt x="5283327" y="25019"/>
                    <a:pt x="5279771" y="23495"/>
                  </a:cubicBezTo>
                  <a:cubicBezTo>
                    <a:pt x="5276215" y="21971"/>
                    <a:pt x="5272786" y="20955"/>
                    <a:pt x="5269103" y="20193"/>
                  </a:cubicBezTo>
                  <a:lnTo>
                    <a:pt x="5269103" y="20193"/>
                  </a:lnTo>
                  <a:lnTo>
                    <a:pt x="5269103" y="20193"/>
                  </a:lnTo>
                  <a:cubicBezTo>
                    <a:pt x="5265420" y="19431"/>
                    <a:pt x="5261737" y="19050"/>
                    <a:pt x="5257927" y="19050"/>
                  </a:cubicBezTo>
                  <a:lnTo>
                    <a:pt x="76327" y="19050"/>
                  </a:lnTo>
                  <a:cubicBezTo>
                    <a:pt x="72517" y="19050"/>
                    <a:pt x="68834" y="19431"/>
                    <a:pt x="65151" y="20193"/>
                  </a:cubicBezTo>
                  <a:lnTo>
                    <a:pt x="65151" y="20193"/>
                  </a:lnTo>
                  <a:lnTo>
                    <a:pt x="65151" y="20193"/>
                  </a:lnTo>
                  <a:cubicBezTo>
                    <a:pt x="61468" y="20955"/>
                    <a:pt x="57912" y="21971"/>
                    <a:pt x="54483" y="23495"/>
                  </a:cubicBezTo>
                  <a:lnTo>
                    <a:pt x="50800" y="14732"/>
                  </a:lnTo>
                  <a:lnTo>
                    <a:pt x="54483" y="23495"/>
                  </a:lnTo>
                  <a:cubicBezTo>
                    <a:pt x="51054" y="24892"/>
                    <a:pt x="47752" y="26670"/>
                    <a:pt x="44577" y="28829"/>
                  </a:cubicBezTo>
                  <a:lnTo>
                    <a:pt x="44577" y="28829"/>
                  </a:lnTo>
                  <a:lnTo>
                    <a:pt x="44577" y="28829"/>
                  </a:lnTo>
                  <a:cubicBezTo>
                    <a:pt x="41402" y="30861"/>
                    <a:pt x="38608" y="33274"/>
                    <a:pt x="35941" y="35941"/>
                  </a:cubicBezTo>
                  <a:cubicBezTo>
                    <a:pt x="33274" y="38608"/>
                    <a:pt x="30861" y="41529"/>
                    <a:pt x="28829" y="44577"/>
                  </a:cubicBezTo>
                  <a:cubicBezTo>
                    <a:pt x="26797" y="47625"/>
                    <a:pt x="25019" y="50927"/>
                    <a:pt x="23495" y="54483"/>
                  </a:cubicBezTo>
                  <a:lnTo>
                    <a:pt x="14732" y="50800"/>
                  </a:lnTo>
                  <a:lnTo>
                    <a:pt x="23495" y="54483"/>
                  </a:lnTo>
                  <a:cubicBezTo>
                    <a:pt x="22098" y="57912"/>
                    <a:pt x="20955" y="61468"/>
                    <a:pt x="20193" y="65151"/>
                  </a:cubicBezTo>
                  <a:lnTo>
                    <a:pt x="10795" y="63246"/>
                  </a:lnTo>
                  <a:lnTo>
                    <a:pt x="20193" y="65151"/>
                  </a:lnTo>
                  <a:cubicBezTo>
                    <a:pt x="19431" y="68834"/>
                    <a:pt x="19050" y="72517"/>
                    <a:pt x="19050" y="76327"/>
                  </a:cubicBezTo>
                  <a:lnTo>
                    <a:pt x="19050" y="2171827"/>
                  </a:ln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484378" y="389382"/>
              <a:ext cx="457708" cy="457708"/>
            </a:xfrm>
            <a:custGeom>
              <a:avLst/>
              <a:gdLst/>
              <a:ahLst/>
              <a:cxnLst/>
              <a:rect r="r" b="b" t="t" l="l"/>
              <a:pathLst>
                <a:path h="457708" w="457708">
                  <a:moveTo>
                    <a:pt x="457708" y="228854"/>
                  </a:moveTo>
                  <a:cubicBezTo>
                    <a:pt x="457708" y="236347"/>
                    <a:pt x="457327" y="243840"/>
                    <a:pt x="456565" y="251206"/>
                  </a:cubicBezTo>
                  <a:cubicBezTo>
                    <a:pt x="455803" y="258572"/>
                    <a:pt x="454787" y="266065"/>
                    <a:pt x="453263" y="273431"/>
                  </a:cubicBezTo>
                  <a:cubicBezTo>
                    <a:pt x="451739" y="280797"/>
                    <a:pt x="449961" y="288036"/>
                    <a:pt x="447802" y="295148"/>
                  </a:cubicBezTo>
                  <a:cubicBezTo>
                    <a:pt x="445643" y="302260"/>
                    <a:pt x="443103" y="309372"/>
                    <a:pt x="440182" y="316230"/>
                  </a:cubicBezTo>
                  <a:cubicBezTo>
                    <a:pt x="437261" y="323088"/>
                    <a:pt x="434086" y="329946"/>
                    <a:pt x="430530" y="336550"/>
                  </a:cubicBezTo>
                  <a:cubicBezTo>
                    <a:pt x="426974" y="343154"/>
                    <a:pt x="423164" y="349504"/>
                    <a:pt x="418973" y="355854"/>
                  </a:cubicBezTo>
                  <a:cubicBezTo>
                    <a:pt x="414782" y="362204"/>
                    <a:pt x="410337" y="368046"/>
                    <a:pt x="405638" y="373888"/>
                  </a:cubicBezTo>
                  <a:cubicBezTo>
                    <a:pt x="400939" y="379730"/>
                    <a:pt x="395859" y="385191"/>
                    <a:pt x="390525" y="390525"/>
                  </a:cubicBezTo>
                  <a:cubicBezTo>
                    <a:pt x="385191" y="395859"/>
                    <a:pt x="379730" y="400812"/>
                    <a:pt x="373888" y="405638"/>
                  </a:cubicBezTo>
                  <a:cubicBezTo>
                    <a:pt x="368046" y="410464"/>
                    <a:pt x="362077" y="414782"/>
                    <a:pt x="355854" y="418973"/>
                  </a:cubicBezTo>
                  <a:cubicBezTo>
                    <a:pt x="349631" y="423164"/>
                    <a:pt x="343154" y="426974"/>
                    <a:pt x="336550" y="430530"/>
                  </a:cubicBezTo>
                  <a:cubicBezTo>
                    <a:pt x="329946" y="434086"/>
                    <a:pt x="323215" y="437261"/>
                    <a:pt x="316230" y="440182"/>
                  </a:cubicBezTo>
                  <a:cubicBezTo>
                    <a:pt x="309245" y="443103"/>
                    <a:pt x="302260" y="445516"/>
                    <a:pt x="295148" y="447802"/>
                  </a:cubicBezTo>
                  <a:cubicBezTo>
                    <a:pt x="288036" y="450088"/>
                    <a:pt x="280670" y="451739"/>
                    <a:pt x="273431" y="453263"/>
                  </a:cubicBezTo>
                  <a:cubicBezTo>
                    <a:pt x="266192" y="454787"/>
                    <a:pt x="258699" y="455803"/>
                    <a:pt x="251206" y="456565"/>
                  </a:cubicBezTo>
                  <a:cubicBezTo>
                    <a:pt x="243713" y="457327"/>
                    <a:pt x="236347" y="457708"/>
                    <a:pt x="228854" y="457708"/>
                  </a:cubicBezTo>
                  <a:cubicBezTo>
                    <a:pt x="221361" y="457708"/>
                    <a:pt x="213868" y="457327"/>
                    <a:pt x="206502" y="456565"/>
                  </a:cubicBezTo>
                  <a:cubicBezTo>
                    <a:pt x="199136" y="455803"/>
                    <a:pt x="191643" y="454787"/>
                    <a:pt x="184277" y="453263"/>
                  </a:cubicBezTo>
                  <a:cubicBezTo>
                    <a:pt x="176911" y="451739"/>
                    <a:pt x="169672" y="449961"/>
                    <a:pt x="162560" y="447802"/>
                  </a:cubicBezTo>
                  <a:cubicBezTo>
                    <a:pt x="155448" y="445643"/>
                    <a:pt x="148336" y="443103"/>
                    <a:pt x="141478" y="440182"/>
                  </a:cubicBezTo>
                  <a:cubicBezTo>
                    <a:pt x="134620" y="437261"/>
                    <a:pt x="127762" y="434086"/>
                    <a:pt x="121158" y="430530"/>
                  </a:cubicBezTo>
                  <a:cubicBezTo>
                    <a:pt x="114554" y="426974"/>
                    <a:pt x="108204" y="423164"/>
                    <a:pt x="101854" y="418973"/>
                  </a:cubicBezTo>
                  <a:cubicBezTo>
                    <a:pt x="95504" y="414782"/>
                    <a:pt x="89662" y="410337"/>
                    <a:pt x="83820" y="405638"/>
                  </a:cubicBezTo>
                  <a:cubicBezTo>
                    <a:pt x="77978" y="400939"/>
                    <a:pt x="72517" y="395859"/>
                    <a:pt x="67183" y="390525"/>
                  </a:cubicBezTo>
                  <a:cubicBezTo>
                    <a:pt x="61849" y="385191"/>
                    <a:pt x="56896" y="379730"/>
                    <a:pt x="52070" y="373888"/>
                  </a:cubicBezTo>
                  <a:cubicBezTo>
                    <a:pt x="47244" y="368046"/>
                    <a:pt x="42926" y="362077"/>
                    <a:pt x="38735" y="355854"/>
                  </a:cubicBezTo>
                  <a:cubicBezTo>
                    <a:pt x="34544" y="349631"/>
                    <a:pt x="30734" y="343154"/>
                    <a:pt x="27178" y="336550"/>
                  </a:cubicBezTo>
                  <a:cubicBezTo>
                    <a:pt x="23622" y="329946"/>
                    <a:pt x="20447" y="323215"/>
                    <a:pt x="17526" y="316230"/>
                  </a:cubicBezTo>
                  <a:cubicBezTo>
                    <a:pt x="14605" y="309245"/>
                    <a:pt x="12192" y="302260"/>
                    <a:pt x="9906" y="295148"/>
                  </a:cubicBezTo>
                  <a:cubicBezTo>
                    <a:pt x="7620" y="288036"/>
                    <a:pt x="5969" y="280670"/>
                    <a:pt x="4445" y="273431"/>
                  </a:cubicBezTo>
                  <a:cubicBezTo>
                    <a:pt x="2921" y="266192"/>
                    <a:pt x="1905" y="258699"/>
                    <a:pt x="1143" y="251206"/>
                  </a:cubicBezTo>
                  <a:cubicBezTo>
                    <a:pt x="381" y="243713"/>
                    <a:pt x="0" y="236347"/>
                    <a:pt x="0" y="228854"/>
                  </a:cubicBezTo>
                  <a:cubicBezTo>
                    <a:pt x="0" y="221361"/>
                    <a:pt x="381" y="213868"/>
                    <a:pt x="1143" y="206502"/>
                  </a:cubicBezTo>
                  <a:cubicBezTo>
                    <a:pt x="1905" y="199136"/>
                    <a:pt x="2921" y="191643"/>
                    <a:pt x="4445" y="184277"/>
                  </a:cubicBezTo>
                  <a:cubicBezTo>
                    <a:pt x="5969" y="176911"/>
                    <a:pt x="7747" y="169672"/>
                    <a:pt x="9906" y="162560"/>
                  </a:cubicBezTo>
                  <a:cubicBezTo>
                    <a:pt x="12065" y="155448"/>
                    <a:pt x="14605" y="148336"/>
                    <a:pt x="17526" y="141478"/>
                  </a:cubicBezTo>
                  <a:cubicBezTo>
                    <a:pt x="20447" y="134620"/>
                    <a:pt x="23622" y="127762"/>
                    <a:pt x="27178" y="121158"/>
                  </a:cubicBezTo>
                  <a:cubicBezTo>
                    <a:pt x="30734" y="114554"/>
                    <a:pt x="34544" y="108204"/>
                    <a:pt x="38735" y="101854"/>
                  </a:cubicBezTo>
                  <a:cubicBezTo>
                    <a:pt x="42926" y="95504"/>
                    <a:pt x="47371" y="89662"/>
                    <a:pt x="52070" y="83820"/>
                  </a:cubicBezTo>
                  <a:cubicBezTo>
                    <a:pt x="56769" y="77978"/>
                    <a:pt x="61849" y="72517"/>
                    <a:pt x="67183" y="67183"/>
                  </a:cubicBezTo>
                  <a:cubicBezTo>
                    <a:pt x="72517" y="61849"/>
                    <a:pt x="77978" y="56896"/>
                    <a:pt x="83820" y="52070"/>
                  </a:cubicBezTo>
                  <a:cubicBezTo>
                    <a:pt x="89662" y="47244"/>
                    <a:pt x="95631" y="42926"/>
                    <a:pt x="101854" y="38735"/>
                  </a:cubicBezTo>
                  <a:cubicBezTo>
                    <a:pt x="108077" y="34544"/>
                    <a:pt x="114554" y="30734"/>
                    <a:pt x="121158" y="27178"/>
                  </a:cubicBezTo>
                  <a:cubicBezTo>
                    <a:pt x="127762" y="23622"/>
                    <a:pt x="134493" y="20447"/>
                    <a:pt x="141478" y="17526"/>
                  </a:cubicBezTo>
                  <a:cubicBezTo>
                    <a:pt x="148463" y="14605"/>
                    <a:pt x="155448" y="12192"/>
                    <a:pt x="162560" y="9906"/>
                  </a:cubicBezTo>
                  <a:cubicBezTo>
                    <a:pt x="169672" y="7620"/>
                    <a:pt x="177038" y="5969"/>
                    <a:pt x="184277" y="4445"/>
                  </a:cubicBezTo>
                  <a:cubicBezTo>
                    <a:pt x="191516" y="2921"/>
                    <a:pt x="199009" y="1905"/>
                    <a:pt x="206502" y="1143"/>
                  </a:cubicBezTo>
                  <a:cubicBezTo>
                    <a:pt x="213995" y="381"/>
                    <a:pt x="221361" y="0"/>
                    <a:pt x="228854" y="0"/>
                  </a:cubicBezTo>
                  <a:cubicBezTo>
                    <a:pt x="236347" y="0"/>
                    <a:pt x="243840" y="381"/>
                    <a:pt x="251206" y="1143"/>
                  </a:cubicBezTo>
                  <a:cubicBezTo>
                    <a:pt x="258572" y="1905"/>
                    <a:pt x="266065" y="2921"/>
                    <a:pt x="273431" y="4445"/>
                  </a:cubicBezTo>
                  <a:cubicBezTo>
                    <a:pt x="280797" y="5969"/>
                    <a:pt x="288036" y="7747"/>
                    <a:pt x="295148" y="9906"/>
                  </a:cubicBezTo>
                  <a:cubicBezTo>
                    <a:pt x="302260" y="12065"/>
                    <a:pt x="309372" y="14605"/>
                    <a:pt x="316230" y="17526"/>
                  </a:cubicBezTo>
                  <a:cubicBezTo>
                    <a:pt x="323088" y="20447"/>
                    <a:pt x="329946" y="23622"/>
                    <a:pt x="336550" y="27178"/>
                  </a:cubicBezTo>
                  <a:cubicBezTo>
                    <a:pt x="343154" y="30734"/>
                    <a:pt x="349504" y="34544"/>
                    <a:pt x="355854" y="38735"/>
                  </a:cubicBezTo>
                  <a:cubicBezTo>
                    <a:pt x="362204" y="42926"/>
                    <a:pt x="368046" y="47371"/>
                    <a:pt x="373888" y="52070"/>
                  </a:cubicBezTo>
                  <a:cubicBezTo>
                    <a:pt x="379730" y="56769"/>
                    <a:pt x="385191" y="61849"/>
                    <a:pt x="390525" y="67183"/>
                  </a:cubicBezTo>
                  <a:cubicBezTo>
                    <a:pt x="395859" y="72517"/>
                    <a:pt x="400812" y="77978"/>
                    <a:pt x="405638" y="83820"/>
                  </a:cubicBezTo>
                  <a:cubicBezTo>
                    <a:pt x="410464" y="89662"/>
                    <a:pt x="414782" y="95631"/>
                    <a:pt x="418973" y="101854"/>
                  </a:cubicBezTo>
                  <a:cubicBezTo>
                    <a:pt x="423164" y="108077"/>
                    <a:pt x="426974" y="114554"/>
                    <a:pt x="430530" y="121158"/>
                  </a:cubicBezTo>
                  <a:cubicBezTo>
                    <a:pt x="434086" y="127762"/>
                    <a:pt x="437261" y="134493"/>
                    <a:pt x="440182" y="141478"/>
                  </a:cubicBezTo>
                  <a:cubicBezTo>
                    <a:pt x="443103" y="148463"/>
                    <a:pt x="445516" y="155448"/>
                    <a:pt x="447802" y="162560"/>
                  </a:cubicBezTo>
                  <a:cubicBezTo>
                    <a:pt x="450088" y="169672"/>
                    <a:pt x="451739" y="177038"/>
                    <a:pt x="453263" y="184277"/>
                  </a:cubicBezTo>
                  <a:cubicBezTo>
                    <a:pt x="454787" y="191516"/>
                    <a:pt x="455803" y="199009"/>
                    <a:pt x="456565" y="206502"/>
                  </a:cubicBezTo>
                  <a:cubicBezTo>
                    <a:pt x="457327" y="213995"/>
                    <a:pt x="457708" y="221361"/>
                    <a:pt x="457708" y="228854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3543300" y="3210685"/>
            <a:ext cx="1371600" cy="57150"/>
            <a:chOff x="0" y="0"/>
            <a:chExt cx="914400" cy="381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14400" cy="38100"/>
            </a:xfrm>
            <a:custGeom>
              <a:avLst/>
              <a:gdLst/>
              <a:ahLst/>
              <a:cxnLst/>
              <a:rect r="r" b="b" t="t" l="l"/>
              <a:pathLst>
                <a:path h="381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9383693" y="2801722"/>
            <a:ext cx="12090252" cy="7208813"/>
          </a:xfrm>
          <a:custGeom>
            <a:avLst/>
            <a:gdLst/>
            <a:ahLst/>
            <a:cxnLst/>
            <a:rect r="r" b="b" t="t" l="l"/>
            <a:pathLst>
              <a:path h="7208813" w="12090252">
                <a:moveTo>
                  <a:pt x="0" y="0"/>
                </a:moveTo>
                <a:lnTo>
                  <a:pt x="12090252" y="0"/>
                </a:lnTo>
                <a:lnTo>
                  <a:pt x="12090252" y="7208812"/>
                </a:lnTo>
                <a:lnTo>
                  <a:pt x="0" y="72088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995964" y="2470804"/>
            <a:ext cx="4556552" cy="739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4"/>
              </a:lnSpc>
            </a:pPr>
            <a:r>
              <a:rPr lang="en-US" b="true" sz="4324">
                <a:solidFill>
                  <a:srgbClr val="1F2937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Core Concepts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31633" y="3839957"/>
            <a:ext cx="364331" cy="385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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2588" y="3571101"/>
            <a:ext cx="8979408" cy="6756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17694" indent="-208847" lvl="1">
              <a:lnSpc>
                <a:spcPts val="3869"/>
              </a:lnSpc>
              <a:buFont typeface="Arial"/>
              <a:buChar char="•"/>
            </a:pPr>
            <a:r>
              <a:rPr lang="en-US" sz="193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Definition:</a:t>
            </a:r>
          </a:p>
          <a:p>
            <a:pPr algn="ctr" marL="417694" indent="-208847" lvl="1">
              <a:lnSpc>
                <a:spcPts val="3869"/>
              </a:lnSpc>
              <a:buFont typeface="Arial"/>
              <a:buChar char="•"/>
            </a:pPr>
            <a:r>
              <a:rPr lang="en-US" sz="193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EDA is the process of exploring and analyzing datasets to summarize their main characteristics before building models.</a:t>
            </a:r>
          </a:p>
          <a:p>
            <a:pPr algn="ctr" marL="417694" indent="-208847" lvl="1">
              <a:lnSpc>
                <a:spcPts val="3869"/>
              </a:lnSpc>
              <a:buFont typeface="Arial"/>
              <a:buChar char="•"/>
            </a:pPr>
            <a:r>
              <a:rPr lang="en-US" sz="193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Purpose:</a:t>
            </a:r>
          </a:p>
          <a:p>
            <a:pPr algn="ctr" marL="417694" indent="-208847" lvl="1">
              <a:lnSpc>
                <a:spcPts val="3869"/>
              </a:lnSpc>
              <a:buFont typeface="Arial"/>
              <a:buChar char="•"/>
            </a:pPr>
            <a:r>
              <a:rPr lang="en-US" sz="193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Helps understand data patterns, detect outliers, identify missing values, and uncover relationships between variables.</a:t>
            </a:r>
          </a:p>
          <a:p>
            <a:pPr algn="ctr" marL="417694" indent="-208847" lvl="1">
              <a:lnSpc>
                <a:spcPts val="3869"/>
              </a:lnSpc>
              <a:buFont typeface="Arial"/>
              <a:buChar char="•"/>
            </a:pPr>
            <a:r>
              <a:rPr lang="en-US" sz="193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Techniques Used:</a:t>
            </a:r>
          </a:p>
          <a:p>
            <a:pPr algn="ctr" marL="417694" indent="-208847" lvl="1">
              <a:lnSpc>
                <a:spcPts val="3869"/>
              </a:lnSpc>
              <a:buFont typeface="Arial"/>
              <a:buChar char="•"/>
            </a:pPr>
            <a:r>
              <a:rPr lang="en-US" sz="193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Includes statistical summaries, data visualization (using Matplotlib, Seaborn), and correlation analysis.</a:t>
            </a:r>
          </a:p>
          <a:p>
            <a:pPr algn="ctr" marL="417694" indent="-208847" lvl="1">
              <a:lnSpc>
                <a:spcPts val="3869"/>
              </a:lnSpc>
              <a:buFont typeface="Arial"/>
              <a:buChar char="•"/>
            </a:pPr>
            <a:r>
              <a:rPr lang="en-US" sz="193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Outcome:</a:t>
            </a:r>
          </a:p>
          <a:p>
            <a:pPr algn="ctr" marL="417694" indent="-208847" lvl="1">
              <a:lnSpc>
                <a:spcPts val="3869"/>
              </a:lnSpc>
              <a:buFont typeface="Arial"/>
              <a:buChar char="•"/>
            </a:pPr>
            <a:r>
              <a:rPr lang="en-US" sz="193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Provides insights for data cleaning, feature selection, and guides the next steps in the data science or machine learning workflow.</a:t>
            </a:r>
          </a:p>
          <a:p>
            <a:pPr algn="ctr">
              <a:lnSpc>
                <a:spcPts val="3869"/>
              </a:lnSpc>
            </a:pPr>
          </a:p>
          <a:p>
            <a:pPr algn="ctr">
              <a:lnSpc>
                <a:spcPts val="3869"/>
              </a:lnSpc>
              <a:spcBef>
                <a:spcPct val="0"/>
              </a:spcBef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8479358" y="1102367"/>
            <a:ext cx="1265276" cy="647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b="true" sz="3750">
                <a:solidFill>
                  <a:srgbClr val="1F2937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EDA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8012093" y="1879082"/>
            <a:ext cx="1371600" cy="57150"/>
            <a:chOff x="0" y="0"/>
            <a:chExt cx="914400" cy="38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" cy="38100"/>
            </a:xfrm>
            <a:custGeom>
              <a:avLst/>
              <a:gdLst/>
              <a:ahLst/>
              <a:cxnLst/>
              <a:rect r="r" b="b" t="t" l="l"/>
              <a:pathLst>
                <a:path h="381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0392" y="2801722"/>
            <a:ext cx="8129016" cy="3502152"/>
            <a:chOff x="0" y="0"/>
            <a:chExt cx="7225792" cy="311302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225792" cy="3113024"/>
            </a:xfrm>
            <a:custGeom>
              <a:avLst/>
              <a:gdLst/>
              <a:ahLst/>
              <a:cxnLst/>
              <a:rect r="r" b="b" t="t" l="l"/>
              <a:pathLst>
                <a:path h="3113024" w="7225792">
                  <a:moveTo>
                    <a:pt x="7067296" y="19812"/>
                  </a:moveTo>
                  <a:cubicBezTo>
                    <a:pt x="7079107" y="19812"/>
                    <a:pt x="7090410" y="22098"/>
                    <a:pt x="7101332" y="26543"/>
                  </a:cubicBezTo>
                  <a:cubicBezTo>
                    <a:pt x="7112253" y="30988"/>
                    <a:pt x="7121778" y="37465"/>
                    <a:pt x="7130161" y="45847"/>
                  </a:cubicBezTo>
                  <a:cubicBezTo>
                    <a:pt x="7138543" y="54229"/>
                    <a:pt x="7144893" y="63754"/>
                    <a:pt x="7149464" y="74676"/>
                  </a:cubicBezTo>
                  <a:cubicBezTo>
                    <a:pt x="7154037" y="85598"/>
                    <a:pt x="7156196" y="96901"/>
                    <a:pt x="7156196" y="108712"/>
                  </a:cubicBezTo>
                  <a:lnTo>
                    <a:pt x="7156196" y="2902712"/>
                  </a:lnTo>
                  <a:cubicBezTo>
                    <a:pt x="7156196" y="2914523"/>
                    <a:pt x="7153910" y="2925826"/>
                    <a:pt x="7149464" y="2936748"/>
                  </a:cubicBezTo>
                  <a:cubicBezTo>
                    <a:pt x="7145020" y="2947670"/>
                    <a:pt x="7138543" y="2957195"/>
                    <a:pt x="7130161" y="2965577"/>
                  </a:cubicBezTo>
                  <a:cubicBezTo>
                    <a:pt x="7121778" y="2973959"/>
                    <a:pt x="7112253" y="2980309"/>
                    <a:pt x="7101332" y="2984881"/>
                  </a:cubicBezTo>
                  <a:cubicBezTo>
                    <a:pt x="7090410" y="2989453"/>
                    <a:pt x="7079107" y="2991612"/>
                    <a:pt x="7067296" y="2991612"/>
                  </a:cubicBezTo>
                  <a:lnTo>
                    <a:pt x="158496" y="2991612"/>
                  </a:lnTo>
                  <a:cubicBezTo>
                    <a:pt x="146685" y="2991612"/>
                    <a:pt x="135382" y="2989326"/>
                    <a:pt x="124460" y="2984881"/>
                  </a:cubicBezTo>
                  <a:cubicBezTo>
                    <a:pt x="113538" y="2980436"/>
                    <a:pt x="104013" y="2973959"/>
                    <a:pt x="95631" y="2965577"/>
                  </a:cubicBezTo>
                  <a:cubicBezTo>
                    <a:pt x="87249" y="2957195"/>
                    <a:pt x="80899" y="2947670"/>
                    <a:pt x="76327" y="2936748"/>
                  </a:cubicBezTo>
                  <a:cubicBezTo>
                    <a:pt x="71755" y="2925826"/>
                    <a:pt x="69596" y="2914523"/>
                    <a:pt x="69596" y="2902712"/>
                  </a:cubicBezTo>
                  <a:lnTo>
                    <a:pt x="69596" y="108712"/>
                  </a:lnTo>
                  <a:cubicBezTo>
                    <a:pt x="69596" y="96901"/>
                    <a:pt x="71882" y="85598"/>
                    <a:pt x="76327" y="74676"/>
                  </a:cubicBezTo>
                  <a:cubicBezTo>
                    <a:pt x="80772" y="63754"/>
                    <a:pt x="87249" y="54229"/>
                    <a:pt x="95631" y="45847"/>
                  </a:cubicBezTo>
                  <a:cubicBezTo>
                    <a:pt x="104013" y="37465"/>
                    <a:pt x="113538" y="31115"/>
                    <a:pt x="124460" y="26543"/>
                  </a:cubicBezTo>
                  <a:cubicBezTo>
                    <a:pt x="135382" y="21971"/>
                    <a:pt x="146685" y="19812"/>
                    <a:pt x="158496" y="19812"/>
                  </a:cubicBezTo>
                  <a:close/>
                  <a:moveTo>
                    <a:pt x="0" y="0"/>
                  </a:moveTo>
                  <a:lnTo>
                    <a:pt x="0" y="3113024"/>
                  </a:lnTo>
                  <a:lnTo>
                    <a:pt x="7225792" y="3113024"/>
                  </a:lnTo>
                  <a:lnTo>
                    <a:pt x="7225792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850392" y="2801722"/>
            <a:ext cx="8129016" cy="3502152"/>
            <a:chOff x="0" y="0"/>
            <a:chExt cx="5419344" cy="233476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19344" cy="2334768"/>
            </a:xfrm>
            <a:custGeom>
              <a:avLst/>
              <a:gdLst/>
              <a:ahLst/>
              <a:cxnLst/>
              <a:rect r="r" b="b" t="t" l="l"/>
              <a:pathLst>
                <a:path h="2334768" w="5419344">
                  <a:moveTo>
                    <a:pt x="0" y="0"/>
                  </a:moveTo>
                  <a:lnTo>
                    <a:pt x="5419344" y="0"/>
                  </a:lnTo>
                  <a:lnTo>
                    <a:pt x="5419344" y="2334768"/>
                  </a:lnTo>
                  <a:lnTo>
                    <a:pt x="0" y="2334768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53796" y="2691994"/>
            <a:ext cx="8522208" cy="3890772"/>
            <a:chOff x="0" y="0"/>
            <a:chExt cx="7575296" cy="34584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75296" cy="3458464"/>
            </a:xfrm>
            <a:custGeom>
              <a:avLst/>
              <a:gdLst/>
              <a:ahLst/>
              <a:cxnLst/>
              <a:rect r="r" b="b" t="t" l="l"/>
              <a:pathLst>
                <a:path h="3458464" w="7575296">
                  <a:moveTo>
                    <a:pt x="7242048" y="117348"/>
                  </a:moveTo>
                  <a:cubicBezTo>
                    <a:pt x="7253859" y="117348"/>
                    <a:pt x="7265162" y="119634"/>
                    <a:pt x="7276084" y="124079"/>
                  </a:cubicBezTo>
                  <a:cubicBezTo>
                    <a:pt x="7287006" y="128524"/>
                    <a:pt x="7296531" y="135001"/>
                    <a:pt x="7304913" y="143383"/>
                  </a:cubicBezTo>
                  <a:cubicBezTo>
                    <a:pt x="7313295" y="151765"/>
                    <a:pt x="7319645" y="161290"/>
                    <a:pt x="7324217" y="172212"/>
                  </a:cubicBezTo>
                  <a:cubicBezTo>
                    <a:pt x="7328789" y="183134"/>
                    <a:pt x="7330948" y="194437"/>
                    <a:pt x="7330948" y="206248"/>
                  </a:cubicBezTo>
                  <a:lnTo>
                    <a:pt x="7330948" y="3000248"/>
                  </a:lnTo>
                  <a:cubicBezTo>
                    <a:pt x="7330948" y="3012059"/>
                    <a:pt x="7328662" y="3023362"/>
                    <a:pt x="7324217" y="3034284"/>
                  </a:cubicBezTo>
                  <a:cubicBezTo>
                    <a:pt x="7319772" y="3045206"/>
                    <a:pt x="7313295" y="3054731"/>
                    <a:pt x="7304913" y="3063113"/>
                  </a:cubicBezTo>
                  <a:cubicBezTo>
                    <a:pt x="7296531" y="3071495"/>
                    <a:pt x="7287006" y="3077845"/>
                    <a:pt x="7276084" y="3082417"/>
                  </a:cubicBezTo>
                  <a:cubicBezTo>
                    <a:pt x="7265162" y="3086989"/>
                    <a:pt x="7253859" y="3089148"/>
                    <a:pt x="7242048" y="3089148"/>
                  </a:cubicBezTo>
                  <a:lnTo>
                    <a:pt x="333248" y="3089148"/>
                  </a:lnTo>
                  <a:cubicBezTo>
                    <a:pt x="321437" y="3089148"/>
                    <a:pt x="310134" y="3086862"/>
                    <a:pt x="299212" y="3082417"/>
                  </a:cubicBezTo>
                  <a:cubicBezTo>
                    <a:pt x="288290" y="3077972"/>
                    <a:pt x="278765" y="3071495"/>
                    <a:pt x="270383" y="3063113"/>
                  </a:cubicBezTo>
                  <a:cubicBezTo>
                    <a:pt x="262001" y="3054731"/>
                    <a:pt x="255651" y="3045206"/>
                    <a:pt x="251079" y="3034284"/>
                  </a:cubicBezTo>
                  <a:cubicBezTo>
                    <a:pt x="246507" y="3023362"/>
                    <a:pt x="244348" y="3012059"/>
                    <a:pt x="244348" y="3000248"/>
                  </a:cubicBezTo>
                  <a:lnTo>
                    <a:pt x="244348" y="206248"/>
                  </a:lnTo>
                  <a:cubicBezTo>
                    <a:pt x="244348" y="194437"/>
                    <a:pt x="246634" y="183134"/>
                    <a:pt x="251079" y="172212"/>
                  </a:cubicBezTo>
                  <a:cubicBezTo>
                    <a:pt x="255524" y="161290"/>
                    <a:pt x="262001" y="151765"/>
                    <a:pt x="270383" y="143383"/>
                  </a:cubicBezTo>
                  <a:cubicBezTo>
                    <a:pt x="278765" y="135001"/>
                    <a:pt x="288290" y="128651"/>
                    <a:pt x="299212" y="124079"/>
                  </a:cubicBezTo>
                  <a:cubicBezTo>
                    <a:pt x="310134" y="119507"/>
                    <a:pt x="321437" y="117348"/>
                    <a:pt x="333248" y="117348"/>
                  </a:cubicBezTo>
                  <a:close/>
                  <a:moveTo>
                    <a:pt x="0" y="0"/>
                  </a:moveTo>
                  <a:lnTo>
                    <a:pt x="0" y="3458464"/>
                  </a:lnTo>
                  <a:lnTo>
                    <a:pt x="7575296" y="3458464"/>
                  </a:lnTo>
                  <a:lnTo>
                    <a:pt x="7575296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-8703402" y="2067630"/>
            <a:ext cx="18087095" cy="8472487"/>
            <a:chOff x="0" y="0"/>
            <a:chExt cx="5808472" cy="27208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3500" y="63500"/>
              <a:ext cx="5681472" cy="2593848"/>
            </a:xfrm>
            <a:custGeom>
              <a:avLst/>
              <a:gdLst/>
              <a:ahLst/>
              <a:cxnLst/>
              <a:rect r="r" b="b" t="t" l="l"/>
              <a:pathLst>
                <a:path h="2593848" w="5681472">
                  <a:moveTo>
                    <a:pt x="0" y="0"/>
                  </a:moveTo>
                  <a:lnTo>
                    <a:pt x="5681472" y="0"/>
                  </a:lnTo>
                  <a:lnTo>
                    <a:pt x="5681472" y="2593848"/>
                  </a:lnTo>
                  <a:lnTo>
                    <a:pt x="0" y="25938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46761" y="151511"/>
              <a:ext cx="5314950" cy="2228850"/>
            </a:xfrm>
            <a:custGeom>
              <a:avLst/>
              <a:gdLst/>
              <a:ahLst/>
              <a:cxnLst/>
              <a:rect r="r" b="b" t="t" l="l"/>
              <a:pathLst>
                <a:path h="2228850" w="5314950">
                  <a:moveTo>
                    <a:pt x="0" y="2162175"/>
                  </a:moveTo>
                  <a:lnTo>
                    <a:pt x="0" y="66675"/>
                  </a:ln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lnTo>
                    <a:pt x="5248275" y="0"/>
                  </a:lnTo>
                  <a:cubicBezTo>
                    <a:pt x="5252593" y="0"/>
                    <a:pt x="5257038" y="381"/>
                    <a:pt x="5261229" y="1270"/>
                  </a:cubicBezTo>
                  <a:cubicBezTo>
                    <a:pt x="5265420" y="2159"/>
                    <a:pt x="5269738" y="3429"/>
                    <a:pt x="5273675" y="5080"/>
                  </a:cubicBezTo>
                  <a:cubicBezTo>
                    <a:pt x="5277612" y="6731"/>
                    <a:pt x="5281549" y="8763"/>
                    <a:pt x="5285232" y="11303"/>
                  </a:cubicBezTo>
                  <a:cubicBezTo>
                    <a:pt x="5288915" y="13843"/>
                    <a:pt x="5292217" y="16510"/>
                    <a:pt x="5295392" y="19558"/>
                  </a:cubicBezTo>
                  <a:cubicBezTo>
                    <a:pt x="5298567" y="22606"/>
                    <a:pt x="5301234" y="26035"/>
                    <a:pt x="5303647" y="29718"/>
                  </a:cubicBezTo>
                  <a:cubicBezTo>
                    <a:pt x="5306060" y="33401"/>
                    <a:pt x="5308092" y="37211"/>
                    <a:pt x="5309870" y="41275"/>
                  </a:cubicBezTo>
                  <a:cubicBezTo>
                    <a:pt x="5311647" y="45339"/>
                    <a:pt x="5312791" y="49530"/>
                    <a:pt x="5313679" y="53721"/>
                  </a:cubicBezTo>
                  <a:cubicBezTo>
                    <a:pt x="5314568" y="57912"/>
                    <a:pt x="5314950" y="62357"/>
                    <a:pt x="5314950" y="66675"/>
                  </a:cubicBezTo>
                  <a:lnTo>
                    <a:pt x="5314950" y="2162175"/>
                  </a:lnTo>
                  <a:cubicBezTo>
                    <a:pt x="5314950" y="2166493"/>
                    <a:pt x="5314569" y="2170938"/>
                    <a:pt x="5313679" y="2175129"/>
                  </a:cubicBezTo>
                  <a:cubicBezTo>
                    <a:pt x="5312790" y="2179320"/>
                    <a:pt x="5311520" y="2183638"/>
                    <a:pt x="5309870" y="2187575"/>
                  </a:cubicBezTo>
                  <a:cubicBezTo>
                    <a:pt x="5308219" y="2191512"/>
                    <a:pt x="5306186" y="2195449"/>
                    <a:pt x="5303647" y="2199132"/>
                  </a:cubicBezTo>
                  <a:cubicBezTo>
                    <a:pt x="5301107" y="2202815"/>
                    <a:pt x="5298440" y="2206117"/>
                    <a:pt x="5295392" y="2209292"/>
                  </a:cubicBezTo>
                  <a:cubicBezTo>
                    <a:pt x="5292344" y="2212467"/>
                    <a:pt x="5288915" y="2215134"/>
                    <a:pt x="5285232" y="2217547"/>
                  </a:cubicBezTo>
                  <a:cubicBezTo>
                    <a:pt x="5281549" y="2219960"/>
                    <a:pt x="5277739" y="2221992"/>
                    <a:pt x="5273675" y="2223770"/>
                  </a:cubicBezTo>
                  <a:cubicBezTo>
                    <a:pt x="5269611" y="2225548"/>
                    <a:pt x="5265420" y="2226691"/>
                    <a:pt x="5261229" y="2227580"/>
                  </a:cubicBezTo>
                  <a:cubicBezTo>
                    <a:pt x="5257038" y="2228469"/>
                    <a:pt x="5252593" y="2228850"/>
                    <a:pt x="5248275" y="2228850"/>
                  </a:cubicBezTo>
                  <a:lnTo>
                    <a:pt x="66675" y="2228850"/>
                  </a:lnTo>
                  <a:cubicBezTo>
                    <a:pt x="62357" y="2228850"/>
                    <a:pt x="57912" y="2228469"/>
                    <a:pt x="53721" y="2227580"/>
                  </a:cubicBezTo>
                  <a:cubicBezTo>
                    <a:pt x="49530" y="2226691"/>
                    <a:pt x="45212" y="2225421"/>
                    <a:pt x="41275" y="2223770"/>
                  </a:cubicBezTo>
                  <a:cubicBezTo>
                    <a:pt x="37338" y="2222119"/>
                    <a:pt x="33401" y="2220087"/>
                    <a:pt x="29718" y="2217547"/>
                  </a:cubicBezTo>
                  <a:cubicBezTo>
                    <a:pt x="26035" y="2215007"/>
                    <a:pt x="22733" y="2212340"/>
                    <a:pt x="19558" y="2209292"/>
                  </a:cubicBezTo>
                  <a:cubicBezTo>
                    <a:pt x="16383" y="2206244"/>
                    <a:pt x="13716" y="2202815"/>
                    <a:pt x="11303" y="2199132"/>
                  </a:cubicBezTo>
                  <a:cubicBezTo>
                    <a:pt x="8890" y="2195449"/>
                    <a:pt x="6858" y="2191639"/>
                    <a:pt x="5080" y="2187575"/>
                  </a:cubicBezTo>
                  <a:cubicBezTo>
                    <a:pt x="3302" y="2183511"/>
                    <a:pt x="2159" y="2179320"/>
                    <a:pt x="1270" y="2175129"/>
                  </a:cubicBezTo>
                  <a:cubicBezTo>
                    <a:pt x="381" y="2170938"/>
                    <a:pt x="0" y="2166493"/>
                    <a:pt x="0" y="216217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37236" y="141859"/>
              <a:ext cx="5334254" cy="2248154"/>
            </a:xfrm>
            <a:custGeom>
              <a:avLst/>
              <a:gdLst/>
              <a:ahLst/>
              <a:cxnLst/>
              <a:rect r="r" b="b" t="t" l="l"/>
              <a:pathLst>
                <a:path h="2248154" w="5334254">
                  <a:moveTo>
                    <a:pt x="0" y="2171827"/>
                  </a:moveTo>
                  <a:lnTo>
                    <a:pt x="0" y="76327"/>
                  </a:lnTo>
                  <a:lnTo>
                    <a:pt x="9525" y="76327"/>
                  </a:lnTo>
                  <a:lnTo>
                    <a:pt x="0" y="76327"/>
                  </a:lnTo>
                  <a:cubicBezTo>
                    <a:pt x="0" y="71374"/>
                    <a:pt x="508" y="66421"/>
                    <a:pt x="1524" y="61468"/>
                  </a:cubicBezTo>
                  <a:lnTo>
                    <a:pt x="1524" y="61468"/>
                  </a:lnTo>
                  <a:lnTo>
                    <a:pt x="1524" y="61468"/>
                  </a:lnTo>
                  <a:cubicBezTo>
                    <a:pt x="2540" y="56515"/>
                    <a:pt x="3937" y="51816"/>
                    <a:pt x="5842" y="47117"/>
                  </a:cubicBezTo>
                  <a:lnTo>
                    <a:pt x="5842" y="47117"/>
                  </a:lnTo>
                  <a:lnTo>
                    <a:pt x="5842" y="47117"/>
                  </a:lnTo>
                  <a:cubicBezTo>
                    <a:pt x="7747" y="42545"/>
                    <a:pt x="10160" y="38100"/>
                    <a:pt x="12827" y="33909"/>
                  </a:cubicBezTo>
                  <a:lnTo>
                    <a:pt x="20701" y="39243"/>
                  </a:lnTo>
                  <a:lnTo>
                    <a:pt x="12827" y="33909"/>
                  </a:lnTo>
                  <a:cubicBezTo>
                    <a:pt x="15621" y="29718"/>
                    <a:pt x="18796" y="25908"/>
                    <a:pt x="22352" y="22352"/>
                  </a:cubicBezTo>
                  <a:lnTo>
                    <a:pt x="29083" y="29083"/>
                  </a:lnTo>
                  <a:lnTo>
                    <a:pt x="22352" y="22352"/>
                  </a:lnTo>
                  <a:cubicBezTo>
                    <a:pt x="25908" y="18796"/>
                    <a:pt x="29718" y="15621"/>
                    <a:pt x="33909" y="12827"/>
                  </a:cubicBezTo>
                  <a:lnTo>
                    <a:pt x="39243" y="20701"/>
                  </a:lnTo>
                  <a:lnTo>
                    <a:pt x="33909" y="12827"/>
                  </a:lnTo>
                  <a:cubicBezTo>
                    <a:pt x="38100" y="10033"/>
                    <a:pt x="42418" y="7747"/>
                    <a:pt x="47117" y="5842"/>
                  </a:cubicBezTo>
                  <a:lnTo>
                    <a:pt x="47117" y="5842"/>
                  </a:lnTo>
                  <a:lnTo>
                    <a:pt x="47117" y="5842"/>
                  </a:lnTo>
                  <a:cubicBezTo>
                    <a:pt x="51689" y="3937"/>
                    <a:pt x="56515" y="2540"/>
                    <a:pt x="61468" y="1524"/>
                  </a:cubicBezTo>
                  <a:lnTo>
                    <a:pt x="63373" y="10922"/>
                  </a:lnTo>
                  <a:lnTo>
                    <a:pt x="61468" y="1524"/>
                  </a:lnTo>
                  <a:cubicBezTo>
                    <a:pt x="66421" y="508"/>
                    <a:pt x="71374" y="0"/>
                    <a:pt x="76327" y="0"/>
                  </a:cubicBezTo>
                  <a:lnTo>
                    <a:pt x="76327" y="9525"/>
                  </a:lnTo>
                  <a:lnTo>
                    <a:pt x="76327" y="0"/>
                  </a:lnTo>
                  <a:lnTo>
                    <a:pt x="5257927" y="0"/>
                  </a:lnTo>
                  <a:lnTo>
                    <a:pt x="5257927" y="9525"/>
                  </a:lnTo>
                  <a:lnTo>
                    <a:pt x="5257927" y="0"/>
                  </a:lnTo>
                  <a:cubicBezTo>
                    <a:pt x="5262880" y="0"/>
                    <a:pt x="5267833" y="508"/>
                    <a:pt x="5272786" y="1524"/>
                  </a:cubicBezTo>
                  <a:lnTo>
                    <a:pt x="5270881" y="10922"/>
                  </a:lnTo>
                  <a:lnTo>
                    <a:pt x="5272786" y="1524"/>
                  </a:lnTo>
                  <a:cubicBezTo>
                    <a:pt x="5277739" y="2540"/>
                    <a:pt x="5282438" y="3937"/>
                    <a:pt x="5287137" y="5842"/>
                  </a:cubicBezTo>
                  <a:lnTo>
                    <a:pt x="5283454" y="14605"/>
                  </a:lnTo>
                  <a:lnTo>
                    <a:pt x="5287137" y="5842"/>
                  </a:lnTo>
                  <a:cubicBezTo>
                    <a:pt x="5291709" y="7747"/>
                    <a:pt x="5296154" y="10160"/>
                    <a:pt x="5300345" y="12827"/>
                  </a:cubicBezTo>
                  <a:lnTo>
                    <a:pt x="5300345" y="12827"/>
                  </a:lnTo>
                  <a:lnTo>
                    <a:pt x="5300345" y="12827"/>
                  </a:lnTo>
                  <a:cubicBezTo>
                    <a:pt x="5304536" y="15621"/>
                    <a:pt x="5308346" y="18796"/>
                    <a:pt x="5311902" y="22352"/>
                  </a:cubicBezTo>
                  <a:lnTo>
                    <a:pt x="5305171" y="29083"/>
                  </a:lnTo>
                  <a:lnTo>
                    <a:pt x="5311902" y="22352"/>
                  </a:lnTo>
                  <a:cubicBezTo>
                    <a:pt x="5315458" y="25908"/>
                    <a:pt x="5318633" y="29718"/>
                    <a:pt x="5321427" y="33909"/>
                  </a:cubicBezTo>
                  <a:lnTo>
                    <a:pt x="5313553" y="39243"/>
                  </a:lnTo>
                  <a:lnTo>
                    <a:pt x="5321427" y="33909"/>
                  </a:lnTo>
                  <a:cubicBezTo>
                    <a:pt x="5324221" y="38100"/>
                    <a:pt x="5326507" y="42418"/>
                    <a:pt x="5328412" y="47117"/>
                  </a:cubicBezTo>
                  <a:lnTo>
                    <a:pt x="5328412" y="47117"/>
                  </a:lnTo>
                  <a:lnTo>
                    <a:pt x="5328412" y="47117"/>
                  </a:lnTo>
                  <a:cubicBezTo>
                    <a:pt x="5330317" y="51689"/>
                    <a:pt x="5331714" y="56515"/>
                    <a:pt x="5332730" y="61468"/>
                  </a:cubicBezTo>
                  <a:lnTo>
                    <a:pt x="5323332" y="63373"/>
                  </a:lnTo>
                  <a:lnTo>
                    <a:pt x="5332730" y="61468"/>
                  </a:lnTo>
                  <a:cubicBezTo>
                    <a:pt x="5333746" y="66421"/>
                    <a:pt x="5334254" y="71374"/>
                    <a:pt x="5334254" y="76327"/>
                  </a:cubicBezTo>
                  <a:lnTo>
                    <a:pt x="5324729" y="76327"/>
                  </a:lnTo>
                  <a:lnTo>
                    <a:pt x="5334254" y="76327"/>
                  </a:lnTo>
                  <a:lnTo>
                    <a:pt x="5334254" y="2171827"/>
                  </a:lnTo>
                  <a:lnTo>
                    <a:pt x="5324729" y="2171827"/>
                  </a:lnTo>
                  <a:lnTo>
                    <a:pt x="5334254" y="2171827"/>
                  </a:lnTo>
                  <a:cubicBezTo>
                    <a:pt x="5334254" y="2176780"/>
                    <a:pt x="5333746" y="2181733"/>
                    <a:pt x="5332730" y="2186686"/>
                  </a:cubicBezTo>
                  <a:lnTo>
                    <a:pt x="5332730" y="2186686"/>
                  </a:lnTo>
                  <a:lnTo>
                    <a:pt x="5332730" y="2186686"/>
                  </a:lnTo>
                  <a:cubicBezTo>
                    <a:pt x="5331714" y="2191639"/>
                    <a:pt x="5330317" y="2196338"/>
                    <a:pt x="5328412" y="2201037"/>
                  </a:cubicBezTo>
                  <a:lnTo>
                    <a:pt x="5328412" y="2201037"/>
                  </a:lnTo>
                  <a:lnTo>
                    <a:pt x="5328412" y="2201037"/>
                  </a:lnTo>
                  <a:cubicBezTo>
                    <a:pt x="5326507" y="2205609"/>
                    <a:pt x="5324094" y="2210054"/>
                    <a:pt x="5321427" y="2214245"/>
                  </a:cubicBezTo>
                  <a:lnTo>
                    <a:pt x="5313553" y="2208911"/>
                  </a:lnTo>
                  <a:lnTo>
                    <a:pt x="5321427" y="2214245"/>
                  </a:lnTo>
                  <a:cubicBezTo>
                    <a:pt x="5318633" y="2218436"/>
                    <a:pt x="5315458" y="2222246"/>
                    <a:pt x="5311902" y="2225802"/>
                  </a:cubicBezTo>
                  <a:lnTo>
                    <a:pt x="5311902" y="2225802"/>
                  </a:lnTo>
                  <a:lnTo>
                    <a:pt x="5311902" y="2225802"/>
                  </a:lnTo>
                  <a:cubicBezTo>
                    <a:pt x="5308346" y="2229358"/>
                    <a:pt x="5304537" y="2232533"/>
                    <a:pt x="5300345" y="2235327"/>
                  </a:cubicBezTo>
                  <a:lnTo>
                    <a:pt x="5300345" y="2235327"/>
                  </a:lnTo>
                  <a:lnTo>
                    <a:pt x="5300345" y="2235327"/>
                  </a:lnTo>
                  <a:cubicBezTo>
                    <a:pt x="5296155" y="2238121"/>
                    <a:pt x="5291836" y="2240407"/>
                    <a:pt x="5287137" y="2242312"/>
                  </a:cubicBezTo>
                  <a:lnTo>
                    <a:pt x="5283454" y="2233549"/>
                  </a:lnTo>
                  <a:lnTo>
                    <a:pt x="5287137" y="2242312"/>
                  </a:lnTo>
                  <a:cubicBezTo>
                    <a:pt x="5282565" y="2244217"/>
                    <a:pt x="5277739" y="2245614"/>
                    <a:pt x="5272786" y="2246630"/>
                  </a:cubicBezTo>
                  <a:lnTo>
                    <a:pt x="5270881" y="2237232"/>
                  </a:lnTo>
                  <a:lnTo>
                    <a:pt x="5272786" y="2246630"/>
                  </a:lnTo>
                  <a:cubicBezTo>
                    <a:pt x="5267833" y="2247646"/>
                    <a:pt x="5262880" y="2248154"/>
                    <a:pt x="5257927" y="2248154"/>
                  </a:cubicBezTo>
                  <a:lnTo>
                    <a:pt x="5257927" y="2248154"/>
                  </a:lnTo>
                  <a:lnTo>
                    <a:pt x="5257927" y="2248154"/>
                  </a:lnTo>
                  <a:lnTo>
                    <a:pt x="76327" y="2248154"/>
                  </a:lnTo>
                  <a:lnTo>
                    <a:pt x="76327" y="2248154"/>
                  </a:lnTo>
                  <a:lnTo>
                    <a:pt x="76327" y="2248154"/>
                  </a:lnTo>
                  <a:cubicBezTo>
                    <a:pt x="71374" y="2248154"/>
                    <a:pt x="66421" y="2247646"/>
                    <a:pt x="61468" y="2246630"/>
                  </a:cubicBezTo>
                  <a:lnTo>
                    <a:pt x="63373" y="2237232"/>
                  </a:lnTo>
                  <a:lnTo>
                    <a:pt x="61468" y="2246630"/>
                  </a:lnTo>
                  <a:cubicBezTo>
                    <a:pt x="56515" y="2245614"/>
                    <a:pt x="51816" y="2244217"/>
                    <a:pt x="47117" y="2242312"/>
                  </a:cubicBezTo>
                  <a:lnTo>
                    <a:pt x="50800" y="2233549"/>
                  </a:lnTo>
                  <a:lnTo>
                    <a:pt x="47117" y="2242312"/>
                  </a:lnTo>
                  <a:cubicBezTo>
                    <a:pt x="42545" y="2240407"/>
                    <a:pt x="38100" y="2237994"/>
                    <a:pt x="33909" y="2235327"/>
                  </a:cubicBezTo>
                  <a:lnTo>
                    <a:pt x="33909" y="2235327"/>
                  </a:lnTo>
                  <a:lnTo>
                    <a:pt x="33909" y="2235327"/>
                  </a:lnTo>
                  <a:cubicBezTo>
                    <a:pt x="29718" y="2232533"/>
                    <a:pt x="25908" y="2229358"/>
                    <a:pt x="22352" y="2225802"/>
                  </a:cubicBezTo>
                  <a:lnTo>
                    <a:pt x="22352" y="2225802"/>
                  </a:lnTo>
                  <a:lnTo>
                    <a:pt x="22352" y="2225802"/>
                  </a:lnTo>
                  <a:cubicBezTo>
                    <a:pt x="18796" y="2222246"/>
                    <a:pt x="15621" y="2218436"/>
                    <a:pt x="12827" y="2214245"/>
                  </a:cubicBezTo>
                  <a:lnTo>
                    <a:pt x="12827" y="2214245"/>
                  </a:lnTo>
                  <a:lnTo>
                    <a:pt x="12827" y="2214245"/>
                  </a:lnTo>
                  <a:cubicBezTo>
                    <a:pt x="10033" y="2210054"/>
                    <a:pt x="7747" y="2205736"/>
                    <a:pt x="5842" y="2201037"/>
                  </a:cubicBezTo>
                  <a:lnTo>
                    <a:pt x="5842" y="2201037"/>
                  </a:lnTo>
                  <a:lnTo>
                    <a:pt x="5842" y="2201037"/>
                  </a:lnTo>
                  <a:cubicBezTo>
                    <a:pt x="3937" y="2196465"/>
                    <a:pt x="2540" y="2191639"/>
                    <a:pt x="1524" y="2186686"/>
                  </a:cubicBezTo>
                  <a:lnTo>
                    <a:pt x="1524" y="2186686"/>
                  </a:lnTo>
                  <a:lnTo>
                    <a:pt x="1524" y="2186686"/>
                  </a:lnTo>
                  <a:cubicBezTo>
                    <a:pt x="508" y="2181733"/>
                    <a:pt x="0" y="2176780"/>
                    <a:pt x="0" y="2171827"/>
                  </a:cubicBezTo>
                  <a:lnTo>
                    <a:pt x="9525" y="2171827"/>
                  </a:lnTo>
                  <a:lnTo>
                    <a:pt x="0" y="2171827"/>
                  </a:lnTo>
                  <a:moveTo>
                    <a:pt x="19050" y="2171827"/>
                  </a:moveTo>
                  <a:cubicBezTo>
                    <a:pt x="19050" y="2175637"/>
                    <a:pt x="19431" y="2179320"/>
                    <a:pt x="20193" y="2183003"/>
                  </a:cubicBezTo>
                  <a:lnTo>
                    <a:pt x="10795" y="2184908"/>
                  </a:lnTo>
                  <a:lnTo>
                    <a:pt x="20193" y="2183003"/>
                  </a:lnTo>
                  <a:cubicBezTo>
                    <a:pt x="20955" y="2186686"/>
                    <a:pt x="21971" y="2190242"/>
                    <a:pt x="23495" y="2193671"/>
                  </a:cubicBezTo>
                  <a:lnTo>
                    <a:pt x="14732" y="2197354"/>
                  </a:lnTo>
                  <a:lnTo>
                    <a:pt x="23495" y="2193671"/>
                  </a:lnTo>
                  <a:cubicBezTo>
                    <a:pt x="24892" y="2197100"/>
                    <a:pt x="26670" y="2200402"/>
                    <a:pt x="28829" y="2203577"/>
                  </a:cubicBezTo>
                  <a:lnTo>
                    <a:pt x="20955" y="2208911"/>
                  </a:lnTo>
                  <a:lnTo>
                    <a:pt x="28829" y="2203577"/>
                  </a:lnTo>
                  <a:cubicBezTo>
                    <a:pt x="30861" y="2206752"/>
                    <a:pt x="33274" y="2209546"/>
                    <a:pt x="35941" y="2212213"/>
                  </a:cubicBezTo>
                  <a:lnTo>
                    <a:pt x="29210" y="2218944"/>
                  </a:lnTo>
                  <a:lnTo>
                    <a:pt x="35941" y="2212213"/>
                  </a:lnTo>
                  <a:cubicBezTo>
                    <a:pt x="38608" y="2214880"/>
                    <a:pt x="41529" y="2217293"/>
                    <a:pt x="44577" y="2219325"/>
                  </a:cubicBezTo>
                  <a:lnTo>
                    <a:pt x="39243" y="2227199"/>
                  </a:lnTo>
                  <a:lnTo>
                    <a:pt x="44577" y="2219325"/>
                  </a:lnTo>
                  <a:cubicBezTo>
                    <a:pt x="47752" y="2221357"/>
                    <a:pt x="50927" y="2223135"/>
                    <a:pt x="54483" y="2224659"/>
                  </a:cubicBezTo>
                  <a:lnTo>
                    <a:pt x="54483" y="2224659"/>
                  </a:lnTo>
                  <a:lnTo>
                    <a:pt x="54483" y="2224659"/>
                  </a:lnTo>
                  <a:cubicBezTo>
                    <a:pt x="57912" y="2226056"/>
                    <a:pt x="61468" y="2227199"/>
                    <a:pt x="65151" y="2227961"/>
                  </a:cubicBezTo>
                  <a:cubicBezTo>
                    <a:pt x="68834" y="2228723"/>
                    <a:pt x="72517" y="2229104"/>
                    <a:pt x="76327" y="2229104"/>
                  </a:cubicBezTo>
                  <a:lnTo>
                    <a:pt x="76327" y="2238629"/>
                  </a:lnTo>
                  <a:lnTo>
                    <a:pt x="76327" y="2229104"/>
                  </a:lnTo>
                  <a:lnTo>
                    <a:pt x="5257927" y="2229104"/>
                  </a:lnTo>
                  <a:lnTo>
                    <a:pt x="5257927" y="2238629"/>
                  </a:lnTo>
                  <a:lnTo>
                    <a:pt x="5257927" y="2229104"/>
                  </a:lnTo>
                  <a:cubicBezTo>
                    <a:pt x="5261737" y="2229104"/>
                    <a:pt x="5265420" y="2228723"/>
                    <a:pt x="5269103" y="2227961"/>
                  </a:cubicBezTo>
                  <a:cubicBezTo>
                    <a:pt x="5272786" y="2227199"/>
                    <a:pt x="5276342" y="2226183"/>
                    <a:pt x="5279771" y="2224659"/>
                  </a:cubicBezTo>
                  <a:lnTo>
                    <a:pt x="5279771" y="2224659"/>
                  </a:lnTo>
                  <a:lnTo>
                    <a:pt x="5279771" y="2224659"/>
                  </a:lnTo>
                  <a:cubicBezTo>
                    <a:pt x="5283200" y="2223262"/>
                    <a:pt x="5286502" y="2221484"/>
                    <a:pt x="5289677" y="2219325"/>
                  </a:cubicBezTo>
                  <a:lnTo>
                    <a:pt x="5295011" y="2227199"/>
                  </a:lnTo>
                  <a:lnTo>
                    <a:pt x="5289677" y="2219325"/>
                  </a:lnTo>
                  <a:cubicBezTo>
                    <a:pt x="5292852" y="2217293"/>
                    <a:pt x="5295646" y="2214880"/>
                    <a:pt x="5298313" y="2212213"/>
                  </a:cubicBezTo>
                  <a:lnTo>
                    <a:pt x="5305044" y="2218944"/>
                  </a:lnTo>
                  <a:lnTo>
                    <a:pt x="5298313" y="2212213"/>
                  </a:lnTo>
                  <a:cubicBezTo>
                    <a:pt x="5300980" y="2209546"/>
                    <a:pt x="5303393" y="2206625"/>
                    <a:pt x="5305425" y="2203577"/>
                  </a:cubicBezTo>
                  <a:lnTo>
                    <a:pt x="5305425" y="2203577"/>
                  </a:lnTo>
                  <a:lnTo>
                    <a:pt x="5305425" y="2203577"/>
                  </a:lnTo>
                  <a:cubicBezTo>
                    <a:pt x="5307457" y="2200402"/>
                    <a:pt x="5309235" y="2197227"/>
                    <a:pt x="5310759" y="2193671"/>
                  </a:cubicBezTo>
                  <a:lnTo>
                    <a:pt x="5319522" y="2197354"/>
                  </a:lnTo>
                  <a:lnTo>
                    <a:pt x="5310759" y="2193671"/>
                  </a:lnTo>
                  <a:cubicBezTo>
                    <a:pt x="5312156" y="2190242"/>
                    <a:pt x="5313299" y="2186686"/>
                    <a:pt x="5314061" y="2183003"/>
                  </a:cubicBezTo>
                  <a:lnTo>
                    <a:pt x="5323459" y="2184908"/>
                  </a:lnTo>
                  <a:lnTo>
                    <a:pt x="5314061" y="2183003"/>
                  </a:lnTo>
                  <a:cubicBezTo>
                    <a:pt x="5314823" y="2179320"/>
                    <a:pt x="5315204" y="2175637"/>
                    <a:pt x="5315204" y="2171827"/>
                  </a:cubicBezTo>
                  <a:lnTo>
                    <a:pt x="5315204" y="76327"/>
                  </a:lnTo>
                  <a:cubicBezTo>
                    <a:pt x="5315204" y="72517"/>
                    <a:pt x="5314823" y="68834"/>
                    <a:pt x="5314061" y="65151"/>
                  </a:cubicBezTo>
                  <a:cubicBezTo>
                    <a:pt x="5313299" y="61468"/>
                    <a:pt x="5312283" y="57912"/>
                    <a:pt x="5310759" y="54483"/>
                  </a:cubicBezTo>
                  <a:lnTo>
                    <a:pt x="5319522" y="50800"/>
                  </a:lnTo>
                  <a:lnTo>
                    <a:pt x="5310759" y="54483"/>
                  </a:lnTo>
                  <a:cubicBezTo>
                    <a:pt x="5309362" y="51054"/>
                    <a:pt x="5307584" y="47752"/>
                    <a:pt x="5305425" y="44577"/>
                  </a:cubicBezTo>
                  <a:cubicBezTo>
                    <a:pt x="5303266" y="41402"/>
                    <a:pt x="5300980" y="38608"/>
                    <a:pt x="5298313" y="35941"/>
                  </a:cubicBezTo>
                  <a:cubicBezTo>
                    <a:pt x="5295646" y="33274"/>
                    <a:pt x="5292725" y="30861"/>
                    <a:pt x="5289677" y="28829"/>
                  </a:cubicBezTo>
                  <a:lnTo>
                    <a:pt x="5295011" y="20955"/>
                  </a:lnTo>
                  <a:lnTo>
                    <a:pt x="5289677" y="28829"/>
                  </a:lnTo>
                  <a:cubicBezTo>
                    <a:pt x="5286502" y="26797"/>
                    <a:pt x="5283327" y="25019"/>
                    <a:pt x="5279771" y="23495"/>
                  </a:cubicBezTo>
                  <a:cubicBezTo>
                    <a:pt x="5276215" y="21971"/>
                    <a:pt x="5272786" y="20955"/>
                    <a:pt x="5269103" y="20193"/>
                  </a:cubicBezTo>
                  <a:lnTo>
                    <a:pt x="5269103" y="20193"/>
                  </a:lnTo>
                  <a:lnTo>
                    <a:pt x="5269103" y="20193"/>
                  </a:lnTo>
                  <a:cubicBezTo>
                    <a:pt x="5265420" y="19431"/>
                    <a:pt x="5261737" y="19050"/>
                    <a:pt x="5257927" y="19050"/>
                  </a:cubicBezTo>
                  <a:lnTo>
                    <a:pt x="76327" y="19050"/>
                  </a:lnTo>
                  <a:cubicBezTo>
                    <a:pt x="72517" y="19050"/>
                    <a:pt x="68834" y="19431"/>
                    <a:pt x="65151" y="20193"/>
                  </a:cubicBezTo>
                  <a:lnTo>
                    <a:pt x="65151" y="20193"/>
                  </a:lnTo>
                  <a:lnTo>
                    <a:pt x="65151" y="20193"/>
                  </a:lnTo>
                  <a:cubicBezTo>
                    <a:pt x="61468" y="20955"/>
                    <a:pt x="57912" y="21971"/>
                    <a:pt x="54483" y="23495"/>
                  </a:cubicBezTo>
                  <a:lnTo>
                    <a:pt x="50800" y="14732"/>
                  </a:lnTo>
                  <a:lnTo>
                    <a:pt x="54483" y="23495"/>
                  </a:lnTo>
                  <a:cubicBezTo>
                    <a:pt x="51054" y="24892"/>
                    <a:pt x="47752" y="26670"/>
                    <a:pt x="44577" y="28829"/>
                  </a:cubicBezTo>
                  <a:lnTo>
                    <a:pt x="44577" y="28829"/>
                  </a:lnTo>
                  <a:lnTo>
                    <a:pt x="44577" y="28829"/>
                  </a:lnTo>
                  <a:cubicBezTo>
                    <a:pt x="41402" y="30861"/>
                    <a:pt x="38608" y="33274"/>
                    <a:pt x="35941" y="35941"/>
                  </a:cubicBezTo>
                  <a:cubicBezTo>
                    <a:pt x="33274" y="38608"/>
                    <a:pt x="30861" y="41529"/>
                    <a:pt x="28829" y="44577"/>
                  </a:cubicBezTo>
                  <a:cubicBezTo>
                    <a:pt x="26797" y="47625"/>
                    <a:pt x="25019" y="50927"/>
                    <a:pt x="23495" y="54483"/>
                  </a:cubicBezTo>
                  <a:lnTo>
                    <a:pt x="14732" y="50800"/>
                  </a:lnTo>
                  <a:lnTo>
                    <a:pt x="23495" y="54483"/>
                  </a:lnTo>
                  <a:cubicBezTo>
                    <a:pt x="22098" y="57912"/>
                    <a:pt x="20955" y="61468"/>
                    <a:pt x="20193" y="65151"/>
                  </a:cubicBezTo>
                  <a:lnTo>
                    <a:pt x="10795" y="63246"/>
                  </a:lnTo>
                  <a:lnTo>
                    <a:pt x="20193" y="65151"/>
                  </a:lnTo>
                  <a:cubicBezTo>
                    <a:pt x="19431" y="68834"/>
                    <a:pt x="19050" y="72517"/>
                    <a:pt x="19050" y="76327"/>
                  </a:cubicBezTo>
                  <a:lnTo>
                    <a:pt x="19050" y="2171827"/>
                  </a:ln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484378" y="389382"/>
              <a:ext cx="457708" cy="457708"/>
            </a:xfrm>
            <a:custGeom>
              <a:avLst/>
              <a:gdLst/>
              <a:ahLst/>
              <a:cxnLst/>
              <a:rect r="r" b="b" t="t" l="l"/>
              <a:pathLst>
                <a:path h="457708" w="457708">
                  <a:moveTo>
                    <a:pt x="457708" y="228854"/>
                  </a:moveTo>
                  <a:cubicBezTo>
                    <a:pt x="457708" y="236347"/>
                    <a:pt x="457327" y="243840"/>
                    <a:pt x="456565" y="251206"/>
                  </a:cubicBezTo>
                  <a:cubicBezTo>
                    <a:pt x="455803" y="258572"/>
                    <a:pt x="454787" y="266065"/>
                    <a:pt x="453263" y="273431"/>
                  </a:cubicBezTo>
                  <a:cubicBezTo>
                    <a:pt x="451739" y="280797"/>
                    <a:pt x="449961" y="288036"/>
                    <a:pt x="447802" y="295148"/>
                  </a:cubicBezTo>
                  <a:cubicBezTo>
                    <a:pt x="445643" y="302260"/>
                    <a:pt x="443103" y="309372"/>
                    <a:pt x="440182" y="316230"/>
                  </a:cubicBezTo>
                  <a:cubicBezTo>
                    <a:pt x="437261" y="323088"/>
                    <a:pt x="434086" y="329946"/>
                    <a:pt x="430530" y="336550"/>
                  </a:cubicBezTo>
                  <a:cubicBezTo>
                    <a:pt x="426974" y="343154"/>
                    <a:pt x="423164" y="349504"/>
                    <a:pt x="418973" y="355854"/>
                  </a:cubicBezTo>
                  <a:cubicBezTo>
                    <a:pt x="414782" y="362204"/>
                    <a:pt x="410337" y="368046"/>
                    <a:pt x="405638" y="373888"/>
                  </a:cubicBezTo>
                  <a:cubicBezTo>
                    <a:pt x="400939" y="379730"/>
                    <a:pt x="395859" y="385191"/>
                    <a:pt x="390525" y="390525"/>
                  </a:cubicBezTo>
                  <a:cubicBezTo>
                    <a:pt x="385191" y="395859"/>
                    <a:pt x="379730" y="400812"/>
                    <a:pt x="373888" y="405638"/>
                  </a:cubicBezTo>
                  <a:cubicBezTo>
                    <a:pt x="368046" y="410464"/>
                    <a:pt x="362077" y="414782"/>
                    <a:pt x="355854" y="418973"/>
                  </a:cubicBezTo>
                  <a:cubicBezTo>
                    <a:pt x="349631" y="423164"/>
                    <a:pt x="343154" y="426974"/>
                    <a:pt x="336550" y="430530"/>
                  </a:cubicBezTo>
                  <a:cubicBezTo>
                    <a:pt x="329946" y="434086"/>
                    <a:pt x="323215" y="437261"/>
                    <a:pt x="316230" y="440182"/>
                  </a:cubicBezTo>
                  <a:cubicBezTo>
                    <a:pt x="309245" y="443103"/>
                    <a:pt x="302260" y="445516"/>
                    <a:pt x="295148" y="447802"/>
                  </a:cubicBezTo>
                  <a:cubicBezTo>
                    <a:pt x="288036" y="450088"/>
                    <a:pt x="280670" y="451739"/>
                    <a:pt x="273431" y="453263"/>
                  </a:cubicBezTo>
                  <a:cubicBezTo>
                    <a:pt x="266192" y="454787"/>
                    <a:pt x="258699" y="455803"/>
                    <a:pt x="251206" y="456565"/>
                  </a:cubicBezTo>
                  <a:cubicBezTo>
                    <a:pt x="243713" y="457327"/>
                    <a:pt x="236347" y="457708"/>
                    <a:pt x="228854" y="457708"/>
                  </a:cubicBezTo>
                  <a:cubicBezTo>
                    <a:pt x="221361" y="457708"/>
                    <a:pt x="213868" y="457327"/>
                    <a:pt x="206502" y="456565"/>
                  </a:cubicBezTo>
                  <a:cubicBezTo>
                    <a:pt x="199136" y="455803"/>
                    <a:pt x="191643" y="454787"/>
                    <a:pt x="184277" y="453263"/>
                  </a:cubicBezTo>
                  <a:cubicBezTo>
                    <a:pt x="176911" y="451739"/>
                    <a:pt x="169672" y="449961"/>
                    <a:pt x="162560" y="447802"/>
                  </a:cubicBezTo>
                  <a:cubicBezTo>
                    <a:pt x="155448" y="445643"/>
                    <a:pt x="148336" y="443103"/>
                    <a:pt x="141478" y="440182"/>
                  </a:cubicBezTo>
                  <a:cubicBezTo>
                    <a:pt x="134620" y="437261"/>
                    <a:pt x="127762" y="434086"/>
                    <a:pt x="121158" y="430530"/>
                  </a:cubicBezTo>
                  <a:cubicBezTo>
                    <a:pt x="114554" y="426974"/>
                    <a:pt x="108204" y="423164"/>
                    <a:pt x="101854" y="418973"/>
                  </a:cubicBezTo>
                  <a:cubicBezTo>
                    <a:pt x="95504" y="414782"/>
                    <a:pt x="89662" y="410337"/>
                    <a:pt x="83820" y="405638"/>
                  </a:cubicBezTo>
                  <a:cubicBezTo>
                    <a:pt x="77978" y="400939"/>
                    <a:pt x="72517" y="395859"/>
                    <a:pt x="67183" y="390525"/>
                  </a:cubicBezTo>
                  <a:cubicBezTo>
                    <a:pt x="61849" y="385191"/>
                    <a:pt x="56896" y="379730"/>
                    <a:pt x="52070" y="373888"/>
                  </a:cubicBezTo>
                  <a:cubicBezTo>
                    <a:pt x="47244" y="368046"/>
                    <a:pt x="42926" y="362077"/>
                    <a:pt x="38735" y="355854"/>
                  </a:cubicBezTo>
                  <a:cubicBezTo>
                    <a:pt x="34544" y="349631"/>
                    <a:pt x="30734" y="343154"/>
                    <a:pt x="27178" y="336550"/>
                  </a:cubicBezTo>
                  <a:cubicBezTo>
                    <a:pt x="23622" y="329946"/>
                    <a:pt x="20447" y="323215"/>
                    <a:pt x="17526" y="316230"/>
                  </a:cubicBezTo>
                  <a:cubicBezTo>
                    <a:pt x="14605" y="309245"/>
                    <a:pt x="12192" y="302260"/>
                    <a:pt x="9906" y="295148"/>
                  </a:cubicBezTo>
                  <a:cubicBezTo>
                    <a:pt x="7620" y="288036"/>
                    <a:pt x="5969" y="280670"/>
                    <a:pt x="4445" y="273431"/>
                  </a:cubicBezTo>
                  <a:cubicBezTo>
                    <a:pt x="2921" y="266192"/>
                    <a:pt x="1905" y="258699"/>
                    <a:pt x="1143" y="251206"/>
                  </a:cubicBezTo>
                  <a:cubicBezTo>
                    <a:pt x="381" y="243713"/>
                    <a:pt x="0" y="236347"/>
                    <a:pt x="0" y="228854"/>
                  </a:cubicBezTo>
                  <a:cubicBezTo>
                    <a:pt x="0" y="221361"/>
                    <a:pt x="381" y="213868"/>
                    <a:pt x="1143" y="206502"/>
                  </a:cubicBezTo>
                  <a:cubicBezTo>
                    <a:pt x="1905" y="199136"/>
                    <a:pt x="2921" y="191643"/>
                    <a:pt x="4445" y="184277"/>
                  </a:cubicBezTo>
                  <a:cubicBezTo>
                    <a:pt x="5969" y="176911"/>
                    <a:pt x="7747" y="169672"/>
                    <a:pt x="9906" y="162560"/>
                  </a:cubicBezTo>
                  <a:cubicBezTo>
                    <a:pt x="12065" y="155448"/>
                    <a:pt x="14605" y="148336"/>
                    <a:pt x="17526" y="141478"/>
                  </a:cubicBezTo>
                  <a:cubicBezTo>
                    <a:pt x="20447" y="134620"/>
                    <a:pt x="23622" y="127762"/>
                    <a:pt x="27178" y="121158"/>
                  </a:cubicBezTo>
                  <a:cubicBezTo>
                    <a:pt x="30734" y="114554"/>
                    <a:pt x="34544" y="108204"/>
                    <a:pt x="38735" y="101854"/>
                  </a:cubicBezTo>
                  <a:cubicBezTo>
                    <a:pt x="42926" y="95504"/>
                    <a:pt x="47371" y="89662"/>
                    <a:pt x="52070" y="83820"/>
                  </a:cubicBezTo>
                  <a:cubicBezTo>
                    <a:pt x="56769" y="77978"/>
                    <a:pt x="61849" y="72517"/>
                    <a:pt x="67183" y="67183"/>
                  </a:cubicBezTo>
                  <a:cubicBezTo>
                    <a:pt x="72517" y="61849"/>
                    <a:pt x="77978" y="56896"/>
                    <a:pt x="83820" y="52070"/>
                  </a:cubicBezTo>
                  <a:cubicBezTo>
                    <a:pt x="89662" y="47244"/>
                    <a:pt x="95631" y="42926"/>
                    <a:pt x="101854" y="38735"/>
                  </a:cubicBezTo>
                  <a:cubicBezTo>
                    <a:pt x="108077" y="34544"/>
                    <a:pt x="114554" y="30734"/>
                    <a:pt x="121158" y="27178"/>
                  </a:cubicBezTo>
                  <a:cubicBezTo>
                    <a:pt x="127762" y="23622"/>
                    <a:pt x="134493" y="20447"/>
                    <a:pt x="141478" y="17526"/>
                  </a:cubicBezTo>
                  <a:cubicBezTo>
                    <a:pt x="148463" y="14605"/>
                    <a:pt x="155448" y="12192"/>
                    <a:pt x="162560" y="9906"/>
                  </a:cubicBezTo>
                  <a:cubicBezTo>
                    <a:pt x="169672" y="7620"/>
                    <a:pt x="177038" y="5969"/>
                    <a:pt x="184277" y="4445"/>
                  </a:cubicBezTo>
                  <a:cubicBezTo>
                    <a:pt x="191516" y="2921"/>
                    <a:pt x="199009" y="1905"/>
                    <a:pt x="206502" y="1143"/>
                  </a:cubicBezTo>
                  <a:cubicBezTo>
                    <a:pt x="213995" y="381"/>
                    <a:pt x="221361" y="0"/>
                    <a:pt x="228854" y="0"/>
                  </a:cubicBezTo>
                  <a:cubicBezTo>
                    <a:pt x="236347" y="0"/>
                    <a:pt x="243840" y="381"/>
                    <a:pt x="251206" y="1143"/>
                  </a:cubicBezTo>
                  <a:cubicBezTo>
                    <a:pt x="258572" y="1905"/>
                    <a:pt x="266065" y="2921"/>
                    <a:pt x="273431" y="4445"/>
                  </a:cubicBezTo>
                  <a:cubicBezTo>
                    <a:pt x="280797" y="5969"/>
                    <a:pt x="288036" y="7747"/>
                    <a:pt x="295148" y="9906"/>
                  </a:cubicBezTo>
                  <a:cubicBezTo>
                    <a:pt x="302260" y="12065"/>
                    <a:pt x="309372" y="14605"/>
                    <a:pt x="316230" y="17526"/>
                  </a:cubicBezTo>
                  <a:cubicBezTo>
                    <a:pt x="323088" y="20447"/>
                    <a:pt x="329946" y="23622"/>
                    <a:pt x="336550" y="27178"/>
                  </a:cubicBezTo>
                  <a:cubicBezTo>
                    <a:pt x="343154" y="30734"/>
                    <a:pt x="349504" y="34544"/>
                    <a:pt x="355854" y="38735"/>
                  </a:cubicBezTo>
                  <a:cubicBezTo>
                    <a:pt x="362204" y="42926"/>
                    <a:pt x="368046" y="47371"/>
                    <a:pt x="373888" y="52070"/>
                  </a:cubicBezTo>
                  <a:cubicBezTo>
                    <a:pt x="379730" y="56769"/>
                    <a:pt x="385191" y="61849"/>
                    <a:pt x="390525" y="67183"/>
                  </a:cubicBezTo>
                  <a:cubicBezTo>
                    <a:pt x="395859" y="72517"/>
                    <a:pt x="400812" y="77978"/>
                    <a:pt x="405638" y="83820"/>
                  </a:cubicBezTo>
                  <a:cubicBezTo>
                    <a:pt x="410464" y="89662"/>
                    <a:pt x="414782" y="95631"/>
                    <a:pt x="418973" y="101854"/>
                  </a:cubicBezTo>
                  <a:cubicBezTo>
                    <a:pt x="423164" y="108077"/>
                    <a:pt x="426974" y="114554"/>
                    <a:pt x="430530" y="121158"/>
                  </a:cubicBezTo>
                  <a:cubicBezTo>
                    <a:pt x="434086" y="127762"/>
                    <a:pt x="437261" y="134493"/>
                    <a:pt x="440182" y="141478"/>
                  </a:cubicBezTo>
                  <a:cubicBezTo>
                    <a:pt x="443103" y="148463"/>
                    <a:pt x="445516" y="155448"/>
                    <a:pt x="447802" y="162560"/>
                  </a:cubicBezTo>
                  <a:cubicBezTo>
                    <a:pt x="450088" y="169672"/>
                    <a:pt x="451739" y="177038"/>
                    <a:pt x="453263" y="184277"/>
                  </a:cubicBezTo>
                  <a:cubicBezTo>
                    <a:pt x="454787" y="191516"/>
                    <a:pt x="455803" y="199009"/>
                    <a:pt x="456565" y="206502"/>
                  </a:cubicBezTo>
                  <a:cubicBezTo>
                    <a:pt x="457327" y="213995"/>
                    <a:pt x="457708" y="221361"/>
                    <a:pt x="457708" y="228854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3543300" y="3210685"/>
            <a:ext cx="1371600" cy="57150"/>
            <a:chOff x="0" y="0"/>
            <a:chExt cx="914400" cy="381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14400" cy="38100"/>
            </a:xfrm>
            <a:custGeom>
              <a:avLst/>
              <a:gdLst/>
              <a:ahLst/>
              <a:cxnLst/>
              <a:rect r="r" b="b" t="t" l="l"/>
              <a:pathLst>
                <a:path h="381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7377433" y="2883607"/>
            <a:ext cx="12103875" cy="7206849"/>
          </a:xfrm>
          <a:custGeom>
            <a:avLst/>
            <a:gdLst/>
            <a:ahLst/>
            <a:cxnLst/>
            <a:rect r="r" b="b" t="t" l="l"/>
            <a:pathLst>
              <a:path h="7206849" w="12103875">
                <a:moveTo>
                  <a:pt x="0" y="0"/>
                </a:moveTo>
                <a:lnTo>
                  <a:pt x="12103875" y="0"/>
                </a:lnTo>
                <a:lnTo>
                  <a:pt x="12103875" y="7206849"/>
                </a:lnTo>
                <a:lnTo>
                  <a:pt x="0" y="72068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995964" y="2470804"/>
            <a:ext cx="4556552" cy="739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4"/>
              </a:lnSpc>
            </a:pPr>
            <a:r>
              <a:rPr lang="en-US" b="true" sz="4324">
                <a:solidFill>
                  <a:srgbClr val="1F2937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Core Concepts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31633" y="3839957"/>
            <a:ext cx="364331" cy="385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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-255481" y="3296190"/>
            <a:ext cx="7597562" cy="7243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14582" indent="-207291" lvl="1">
              <a:lnSpc>
                <a:spcPts val="3840"/>
              </a:lnSpc>
              <a:buFont typeface="Arial"/>
              <a:buChar char="•"/>
            </a:pPr>
            <a:r>
              <a:rPr lang="en-US" sz="192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Definition:</a:t>
            </a:r>
          </a:p>
          <a:p>
            <a:pPr algn="ctr" marL="414582" indent="-207291" lvl="1">
              <a:lnSpc>
                <a:spcPts val="3840"/>
              </a:lnSpc>
              <a:buFont typeface="Arial"/>
              <a:buChar char="•"/>
            </a:pPr>
            <a:r>
              <a:rPr lang="en-US" sz="192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EDA is the process of exploring and analyzing datasets to summarize their main characteristics before building models.</a:t>
            </a:r>
          </a:p>
          <a:p>
            <a:pPr algn="ctr" marL="414582" indent="-207291" lvl="1">
              <a:lnSpc>
                <a:spcPts val="3840"/>
              </a:lnSpc>
              <a:buFont typeface="Arial"/>
              <a:buChar char="•"/>
            </a:pPr>
            <a:r>
              <a:rPr lang="en-US" sz="192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Purpose:</a:t>
            </a:r>
          </a:p>
          <a:p>
            <a:pPr algn="ctr" marL="414582" indent="-207291" lvl="1">
              <a:lnSpc>
                <a:spcPts val="3840"/>
              </a:lnSpc>
              <a:buFont typeface="Arial"/>
              <a:buChar char="•"/>
            </a:pPr>
            <a:r>
              <a:rPr lang="en-US" sz="192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Helps understand data patterns, detect outliers, identify missing values, and uncover relationships between variables.</a:t>
            </a:r>
          </a:p>
          <a:p>
            <a:pPr algn="ctr" marL="414582" indent="-207291" lvl="1">
              <a:lnSpc>
                <a:spcPts val="3840"/>
              </a:lnSpc>
              <a:buFont typeface="Arial"/>
              <a:buChar char="•"/>
            </a:pPr>
            <a:r>
              <a:rPr lang="en-US" sz="192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Techniques Used:</a:t>
            </a:r>
          </a:p>
          <a:p>
            <a:pPr algn="ctr" marL="414582" indent="-207291" lvl="1">
              <a:lnSpc>
                <a:spcPts val="3840"/>
              </a:lnSpc>
              <a:buFont typeface="Arial"/>
              <a:buChar char="•"/>
            </a:pPr>
            <a:r>
              <a:rPr lang="en-US" sz="192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Includes statistical summaries, data visualization (using Matplotlib, Seaborn), and correlation analysis.</a:t>
            </a:r>
          </a:p>
          <a:p>
            <a:pPr algn="ctr" marL="414582" indent="-207291" lvl="1">
              <a:lnSpc>
                <a:spcPts val="3840"/>
              </a:lnSpc>
              <a:buFont typeface="Arial"/>
              <a:buChar char="•"/>
            </a:pPr>
            <a:r>
              <a:rPr lang="en-US" sz="192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Outcome:</a:t>
            </a:r>
          </a:p>
          <a:p>
            <a:pPr algn="ctr" marL="414582" indent="-207291" lvl="1">
              <a:lnSpc>
                <a:spcPts val="3840"/>
              </a:lnSpc>
              <a:buFont typeface="Arial"/>
              <a:buChar char="•"/>
            </a:pPr>
            <a:r>
              <a:rPr lang="en-US" sz="192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Provides insights for data cleaning, feature selection, and guides the next steps in the data science or machine learning workflow.</a:t>
            </a:r>
          </a:p>
          <a:p>
            <a:pPr algn="ctr" marL="414582" indent="-207291" lvl="1">
              <a:lnSpc>
                <a:spcPts val="3840"/>
              </a:lnSpc>
              <a:buFont typeface="Arial"/>
              <a:buChar char="•"/>
            </a:pPr>
          </a:p>
          <a:p>
            <a:pPr algn="ctr" marL="414582" indent="-207291" lvl="1">
              <a:lnSpc>
                <a:spcPts val="3840"/>
              </a:lnSpc>
              <a:buFont typeface="Arial"/>
              <a:buChar char="•"/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2284271" y="1099986"/>
            <a:ext cx="16292036" cy="647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b="true" sz="3750">
                <a:solidFill>
                  <a:srgbClr val="1F2937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Applying Preprocessing and Featured Engineering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8426196" y="1907229"/>
            <a:ext cx="1371600" cy="57150"/>
            <a:chOff x="0" y="0"/>
            <a:chExt cx="914400" cy="38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" cy="38100"/>
            </a:xfrm>
            <a:custGeom>
              <a:avLst/>
              <a:gdLst/>
              <a:ahLst/>
              <a:cxnLst/>
              <a:rect r="r" b="b" t="t" l="l"/>
              <a:pathLst>
                <a:path h="381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0392" y="2801722"/>
            <a:ext cx="8129016" cy="3502152"/>
            <a:chOff x="0" y="0"/>
            <a:chExt cx="7225792" cy="311302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225792" cy="3113024"/>
            </a:xfrm>
            <a:custGeom>
              <a:avLst/>
              <a:gdLst/>
              <a:ahLst/>
              <a:cxnLst/>
              <a:rect r="r" b="b" t="t" l="l"/>
              <a:pathLst>
                <a:path h="3113024" w="7225792">
                  <a:moveTo>
                    <a:pt x="7067296" y="19812"/>
                  </a:moveTo>
                  <a:cubicBezTo>
                    <a:pt x="7079107" y="19812"/>
                    <a:pt x="7090410" y="22098"/>
                    <a:pt x="7101332" y="26543"/>
                  </a:cubicBezTo>
                  <a:cubicBezTo>
                    <a:pt x="7112253" y="30988"/>
                    <a:pt x="7121778" y="37465"/>
                    <a:pt x="7130161" y="45847"/>
                  </a:cubicBezTo>
                  <a:cubicBezTo>
                    <a:pt x="7138543" y="54229"/>
                    <a:pt x="7144893" y="63754"/>
                    <a:pt x="7149464" y="74676"/>
                  </a:cubicBezTo>
                  <a:cubicBezTo>
                    <a:pt x="7154037" y="85598"/>
                    <a:pt x="7156196" y="96901"/>
                    <a:pt x="7156196" y="108712"/>
                  </a:cubicBezTo>
                  <a:lnTo>
                    <a:pt x="7156196" y="2902712"/>
                  </a:lnTo>
                  <a:cubicBezTo>
                    <a:pt x="7156196" y="2914523"/>
                    <a:pt x="7153910" y="2925826"/>
                    <a:pt x="7149464" y="2936748"/>
                  </a:cubicBezTo>
                  <a:cubicBezTo>
                    <a:pt x="7145020" y="2947670"/>
                    <a:pt x="7138543" y="2957195"/>
                    <a:pt x="7130161" y="2965577"/>
                  </a:cubicBezTo>
                  <a:cubicBezTo>
                    <a:pt x="7121778" y="2973959"/>
                    <a:pt x="7112253" y="2980309"/>
                    <a:pt x="7101332" y="2984881"/>
                  </a:cubicBezTo>
                  <a:cubicBezTo>
                    <a:pt x="7090410" y="2989453"/>
                    <a:pt x="7079107" y="2991612"/>
                    <a:pt x="7067296" y="2991612"/>
                  </a:cubicBezTo>
                  <a:lnTo>
                    <a:pt x="158496" y="2991612"/>
                  </a:lnTo>
                  <a:cubicBezTo>
                    <a:pt x="146685" y="2991612"/>
                    <a:pt x="135382" y="2989326"/>
                    <a:pt x="124460" y="2984881"/>
                  </a:cubicBezTo>
                  <a:cubicBezTo>
                    <a:pt x="113538" y="2980436"/>
                    <a:pt x="104013" y="2973959"/>
                    <a:pt x="95631" y="2965577"/>
                  </a:cubicBezTo>
                  <a:cubicBezTo>
                    <a:pt x="87249" y="2957195"/>
                    <a:pt x="80899" y="2947670"/>
                    <a:pt x="76327" y="2936748"/>
                  </a:cubicBezTo>
                  <a:cubicBezTo>
                    <a:pt x="71755" y="2925826"/>
                    <a:pt x="69596" y="2914523"/>
                    <a:pt x="69596" y="2902712"/>
                  </a:cubicBezTo>
                  <a:lnTo>
                    <a:pt x="69596" y="108712"/>
                  </a:lnTo>
                  <a:cubicBezTo>
                    <a:pt x="69596" y="96901"/>
                    <a:pt x="71882" y="85598"/>
                    <a:pt x="76327" y="74676"/>
                  </a:cubicBezTo>
                  <a:cubicBezTo>
                    <a:pt x="80772" y="63754"/>
                    <a:pt x="87249" y="54229"/>
                    <a:pt x="95631" y="45847"/>
                  </a:cubicBezTo>
                  <a:cubicBezTo>
                    <a:pt x="104013" y="37465"/>
                    <a:pt x="113538" y="31115"/>
                    <a:pt x="124460" y="26543"/>
                  </a:cubicBezTo>
                  <a:cubicBezTo>
                    <a:pt x="135382" y="21971"/>
                    <a:pt x="146685" y="19812"/>
                    <a:pt x="158496" y="19812"/>
                  </a:cubicBezTo>
                  <a:close/>
                  <a:moveTo>
                    <a:pt x="0" y="0"/>
                  </a:moveTo>
                  <a:lnTo>
                    <a:pt x="0" y="3113024"/>
                  </a:lnTo>
                  <a:lnTo>
                    <a:pt x="7225792" y="3113024"/>
                  </a:lnTo>
                  <a:lnTo>
                    <a:pt x="7225792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850392" y="2801722"/>
            <a:ext cx="8129016" cy="3502152"/>
            <a:chOff x="0" y="0"/>
            <a:chExt cx="5419344" cy="233476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19344" cy="2334768"/>
            </a:xfrm>
            <a:custGeom>
              <a:avLst/>
              <a:gdLst/>
              <a:ahLst/>
              <a:cxnLst/>
              <a:rect r="r" b="b" t="t" l="l"/>
              <a:pathLst>
                <a:path h="2334768" w="5419344">
                  <a:moveTo>
                    <a:pt x="0" y="0"/>
                  </a:moveTo>
                  <a:lnTo>
                    <a:pt x="5419344" y="0"/>
                  </a:lnTo>
                  <a:lnTo>
                    <a:pt x="5419344" y="2334768"/>
                  </a:lnTo>
                  <a:lnTo>
                    <a:pt x="0" y="2334768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53796" y="2691994"/>
            <a:ext cx="8522208" cy="3890772"/>
            <a:chOff x="0" y="0"/>
            <a:chExt cx="7575296" cy="34584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75296" cy="3458464"/>
            </a:xfrm>
            <a:custGeom>
              <a:avLst/>
              <a:gdLst/>
              <a:ahLst/>
              <a:cxnLst/>
              <a:rect r="r" b="b" t="t" l="l"/>
              <a:pathLst>
                <a:path h="3458464" w="7575296">
                  <a:moveTo>
                    <a:pt x="7242048" y="117348"/>
                  </a:moveTo>
                  <a:cubicBezTo>
                    <a:pt x="7253859" y="117348"/>
                    <a:pt x="7265162" y="119634"/>
                    <a:pt x="7276084" y="124079"/>
                  </a:cubicBezTo>
                  <a:cubicBezTo>
                    <a:pt x="7287006" y="128524"/>
                    <a:pt x="7296531" y="135001"/>
                    <a:pt x="7304913" y="143383"/>
                  </a:cubicBezTo>
                  <a:cubicBezTo>
                    <a:pt x="7313295" y="151765"/>
                    <a:pt x="7319645" y="161290"/>
                    <a:pt x="7324217" y="172212"/>
                  </a:cubicBezTo>
                  <a:cubicBezTo>
                    <a:pt x="7328789" y="183134"/>
                    <a:pt x="7330948" y="194437"/>
                    <a:pt x="7330948" y="206248"/>
                  </a:cubicBezTo>
                  <a:lnTo>
                    <a:pt x="7330948" y="3000248"/>
                  </a:lnTo>
                  <a:cubicBezTo>
                    <a:pt x="7330948" y="3012059"/>
                    <a:pt x="7328662" y="3023362"/>
                    <a:pt x="7324217" y="3034284"/>
                  </a:cubicBezTo>
                  <a:cubicBezTo>
                    <a:pt x="7319772" y="3045206"/>
                    <a:pt x="7313295" y="3054731"/>
                    <a:pt x="7304913" y="3063113"/>
                  </a:cubicBezTo>
                  <a:cubicBezTo>
                    <a:pt x="7296531" y="3071495"/>
                    <a:pt x="7287006" y="3077845"/>
                    <a:pt x="7276084" y="3082417"/>
                  </a:cubicBezTo>
                  <a:cubicBezTo>
                    <a:pt x="7265162" y="3086989"/>
                    <a:pt x="7253859" y="3089148"/>
                    <a:pt x="7242048" y="3089148"/>
                  </a:cubicBezTo>
                  <a:lnTo>
                    <a:pt x="333248" y="3089148"/>
                  </a:lnTo>
                  <a:cubicBezTo>
                    <a:pt x="321437" y="3089148"/>
                    <a:pt x="310134" y="3086862"/>
                    <a:pt x="299212" y="3082417"/>
                  </a:cubicBezTo>
                  <a:cubicBezTo>
                    <a:pt x="288290" y="3077972"/>
                    <a:pt x="278765" y="3071495"/>
                    <a:pt x="270383" y="3063113"/>
                  </a:cubicBezTo>
                  <a:cubicBezTo>
                    <a:pt x="262001" y="3054731"/>
                    <a:pt x="255651" y="3045206"/>
                    <a:pt x="251079" y="3034284"/>
                  </a:cubicBezTo>
                  <a:cubicBezTo>
                    <a:pt x="246507" y="3023362"/>
                    <a:pt x="244348" y="3012059"/>
                    <a:pt x="244348" y="3000248"/>
                  </a:cubicBezTo>
                  <a:lnTo>
                    <a:pt x="244348" y="206248"/>
                  </a:lnTo>
                  <a:cubicBezTo>
                    <a:pt x="244348" y="194437"/>
                    <a:pt x="246634" y="183134"/>
                    <a:pt x="251079" y="172212"/>
                  </a:cubicBezTo>
                  <a:cubicBezTo>
                    <a:pt x="255524" y="161290"/>
                    <a:pt x="262001" y="151765"/>
                    <a:pt x="270383" y="143383"/>
                  </a:cubicBezTo>
                  <a:cubicBezTo>
                    <a:pt x="278765" y="135001"/>
                    <a:pt x="288290" y="128651"/>
                    <a:pt x="299212" y="124079"/>
                  </a:cubicBezTo>
                  <a:cubicBezTo>
                    <a:pt x="310134" y="119507"/>
                    <a:pt x="321437" y="117348"/>
                    <a:pt x="333248" y="117348"/>
                  </a:cubicBezTo>
                  <a:close/>
                  <a:moveTo>
                    <a:pt x="0" y="0"/>
                  </a:moveTo>
                  <a:lnTo>
                    <a:pt x="0" y="3458464"/>
                  </a:lnTo>
                  <a:lnTo>
                    <a:pt x="7575296" y="3458464"/>
                  </a:lnTo>
                  <a:lnTo>
                    <a:pt x="7575296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-4814448" y="2067630"/>
            <a:ext cx="18087095" cy="8472487"/>
            <a:chOff x="0" y="0"/>
            <a:chExt cx="5808472" cy="27208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3500" y="63500"/>
              <a:ext cx="5681472" cy="2593848"/>
            </a:xfrm>
            <a:custGeom>
              <a:avLst/>
              <a:gdLst/>
              <a:ahLst/>
              <a:cxnLst/>
              <a:rect r="r" b="b" t="t" l="l"/>
              <a:pathLst>
                <a:path h="2593848" w="5681472">
                  <a:moveTo>
                    <a:pt x="0" y="0"/>
                  </a:moveTo>
                  <a:lnTo>
                    <a:pt x="5681472" y="0"/>
                  </a:lnTo>
                  <a:lnTo>
                    <a:pt x="5681472" y="2593848"/>
                  </a:lnTo>
                  <a:lnTo>
                    <a:pt x="0" y="25938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46761" y="151511"/>
              <a:ext cx="5314950" cy="2228850"/>
            </a:xfrm>
            <a:custGeom>
              <a:avLst/>
              <a:gdLst/>
              <a:ahLst/>
              <a:cxnLst/>
              <a:rect r="r" b="b" t="t" l="l"/>
              <a:pathLst>
                <a:path h="2228850" w="5314950">
                  <a:moveTo>
                    <a:pt x="0" y="2162175"/>
                  </a:moveTo>
                  <a:lnTo>
                    <a:pt x="0" y="66675"/>
                  </a:ln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lnTo>
                    <a:pt x="5248275" y="0"/>
                  </a:lnTo>
                  <a:cubicBezTo>
                    <a:pt x="5252593" y="0"/>
                    <a:pt x="5257038" y="381"/>
                    <a:pt x="5261229" y="1270"/>
                  </a:cubicBezTo>
                  <a:cubicBezTo>
                    <a:pt x="5265420" y="2159"/>
                    <a:pt x="5269738" y="3429"/>
                    <a:pt x="5273675" y="5080"/>
                  </a:cubicBezTo>
                  <a:cubicBezTo>
                    <a:pt x="5277612" y="6731"/>
                    <a:pt x="5281549" y="8763"/>
                    <a:pt x="5285232" y="11303"/>
                  </a:cubicBezTo>
                  <a:cubicBezTo>
                    <a:pt x="5288915" y="13843"/>
                    <a:pt x="5292217" y="16510"/>
                    <a:pt x="5295392" y="19558"/>
                  </a:cubicBezTo>
                  <a:cubicBezTo>
                    <a:pt x="5298567" y="22606"/>
                    <a:pt x="5301234" y="26035"/>
                    <a:pt x="5303647" y="29718"/>
                  </a:cubicBezTo>
                  <a:cubicBezTo>
                    <a:pt x="5306060" y="33401"/>
                    <a:pt x="5308092" y="37211"/>
                    <a:pt x="5309870" y="41275"/>
                  </a:cubicBezTo>
                  <a:cubicBezTo>
                    <a:pt x="5311647" y="45339"/>
                    <a:pt x="5312791" y="49530"/>
                    <a:pt x="5313679" y="53721"/>
                  </a:cubicBezTo>
                  <a:cubicBezTo>
                    <a:pt x="5314568" y="57912"/>
                    <a:pt x="5314950" y="62357"/>
                    <a:pt x="5314950" y="66675"/>
                  </a:cubicBezTo>
                  <a:lnTo>
                    <a:pt x="5314950" y="2162175"/>
                  </a:lnTo>
                  <a:cubicBezTo>
                    <a:pt x="5314950" y="2166493"/>
                    <a:pt x="5314569" y="2170938"/>
                    <a:pt x="5313679" y="2175129"/>
                  </a:cubicBezTo>
                  <a:cubicBezTo>
                    <a:pt x="5312790" y="2179320"/>
                    <a:pt x="5311520" y="2183638"/>
                    <a:pt x="5309870" y="2187575"/>
                  </a:cubicBezTo>
                  <a:cubicBezTo>
                    <a:pt x="5308219" y="2191512"/>
                    <a:pt x="5306186" y="2195449"/>
                    <a:pt x="5303647" y="2199132"/>
                  </a:cubicBezTo>
                  <a:cubicBezTo>
                    <a:pt x="5301107" y="2202815"/>
                    <a:pt x="5298440" y="2206117"/>
                    <a:pt x="5295392" y="2209292"/>
                  </a:cubicBezTo>
                  <a:cubicBezTo>
                    <a:pt x="5292344" y="2212467"/>
                    <a:pt x="5288915" y="2215134"/>
                    <a:pt x="5285232" y="2217547"/>
                  </a:cubicBezTo>
                  <a:cubicBezTo>
                    <a:pt x="5281549" y="2219960"/>
                    <a:pt x="5277739" y="2221992"/>
                    <a:pt x="5273675" y="2223770"/>
                  </a:cubicBezTo>
                  <a:cubicBezTo>
                    <a:pt x="5269611" y="2225548"/>
                    <a:pt x="5265420" y="2226691"/>
                    <a:pt x="5261229" y="2227580"/>
                  </a:cubicBezTo>
                  <a:cubicBezTo>
                    <a:pt x="5257038" y="2228469"/>
                    <a:pt x="5252593" y="2228850"/>
                    <a:pt x="5248275" y="2228850"/>
                  </a:cubicBezTo>
                  <a:lnTo>
                    <a:pt x="66675" y="2228850"/>
                  </a:lnTo>
                  <a:cubicBezTo>
                    <a:pt x="62357" y="2228850"/>
                    <a:pt x="57912" y="2228469"/>
                    <a:pt x="53721" y="2227580"/>
                  </a:cubicBezTo>
                  <a:cubicBezTo>
                    <a:pt x="49530" y="2226691"/>
                    <a:pt x="45212" y="2225421"/>
                    <a:pt x="41275" y="2223770"/>
                  </a:cubicBezTo>
                  <a:cubicBezTo>
                    <a:pt x="37338" y="2222119"/>
                    <a:pt x="33401" y="2220087"/>
                    <a:pt x="29718" y="2217547"/>
                  </a:cubicBezTo>
                  <a:cubicBezTo>
                    <a:pt x="26035" y="2215007"/>
                    <a:pt x="22733" y="2212340"/>
                    <a:pt x="19558" y="2209292"/>
                  </a:cubicBezTo>
                  <a:cubicBezTo>
                    <a:pt x="16383" y="2206244"/>
                    <a:pt x="13716" y="2202815"/>
                    <a:pt x="11303" y="2199132"/>
                  </a:cubicBezTo>
                  <a:cubicBezTo>
                    <a:pt x="8890" y="2195449"/>
                    <a:pt x="6858" y="2191639"/>
                    <a:pt x="5080" y="2187575"/>
                  </a:cubicBezTo>
                  <a:cubicBezTo>
                    <a:pt x="3302" y="2183511"/>
                    <a:pt x="2159" y="2179320"/>
                    <a:pt x="1270" y="2175129"/>
                  </a:cubicBezTo>
                  <a:cubicBezTo>
                    <a:pt x="381" y="2170938"/>
                    <a:pt x="0" y="2166493"/>
                    <a:pt x="0" y="216217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37236" y="141859"/>
              <a:ext cx="5334254" cy="2248154"/>
            </a:xfrm>
            <a:custGeom>
              <a:avLst/>
              <a:gdLst/>
              <a:ahLst/>
              <a:cxnLst/>
              <a:rect r="r" b="b" t="t" l="l"/>
              <a:pathLst>
                <a:path h="2248154" w="5334254">
                  <a:moveTo>
                    <a:pt x="0" y="2171827"/>
                  </a:moveTo>
                  <a:lnTo>
                    <a:pt x="0" y="76327"/>
                  </a:lnTo>
                  <a:lnTo>
                    <a:pt x="9525" y="76327"/>
                  </a:lnTo>
                  <a:lnTo>
                    <a:pt x="0" y="76327"/>
                  </a:lnTo>
                  <a:cubicBezTo>
                    <a:pt x="0" y="71374"/>
                    <a:pt x="508" y="66421"/>
                    <a:pt x="1524" y="61468"/>
                  </a:cubicBezTo>
                  <a:lnTo>
                    <a:pt x="1524" y="61468"/>
                  </a:lnTo>
                  <a:lnTo>
                    <a:pt x="1524" y="61468"/>
                  </a:lnTo>
                  <a:cubicBezTo>
                    <a:pt x="2540" y="56515"/>
                    <a:pt x="3937" y="51816"/>
                    <a:pt x="5842" y="47117"/>
                  </a:cubicBezTo>
                  <a:lnTo>
                    <a:pt x="5842" y="47117"/>
                  </a:lnTo>
                  <a:lnTo>
                    <a:pt x="5842" y="47117"/>
                  </a:lnTo>
                  <a:cubicBezTo>
                    <a:pt x="7747" y="42545"/>
                    <a:pt x="10160" y="38100"/>
                    <a:pt x="12827" y="33909"/>
                  </a:cubicBezTo>
                  <a:lnTo>
                    <a:pt x="20701" y="39243"/>
                  </a:lnTo>
                  <a:lnTo>
                    <a:pt x="12827" y="33909"/>
                  </a:lnTo>
                  <a:cubicBezTo>
                    <a:pt x="15621" y="29718"/>
                    <a:pt x="18796" y="25908"/>
                    <a:pt x="22352" y="22352"/>
                  </a:cubicBezTo>
                  <a:lnTo>
                    <a:pt x="29083" y="29083"/>
                  </a:lnTo>
                  <a:lnTo>
                    <a:pt x="22352" y="22352"/>
                  </a:lnTo>
                  <a:cubicBezTo>
                    <a:pt x="25908" y="18796"/>
                    <a:pt x="29718" y="15621"/>
                    <a:pt x="33909" y="12827"/>
                  </a:cubicBezTo>
                  <a:lnTo>
                    <a:pt x="39243" y="20701"/>
                  </a:lnTo>
                  <a:lnTo>
                    <a:pt x="33909" y="12827"/>
                  </a:lnTo>
                  <a:cubicBezTo>
                    <a:pt x="38100" y="10033"/>
                    <a:pt x="42418" y="7747"/>
                    <a:pt x="47117" y="5842"/>
                  </a:cubicBezTo>
                  <a:lnTo>
                    <a:pt x="47117" y="5842"/>
                  </a:lnTo>
                  <a:lnTo>
                    <a:pt x="47117" y="5842"/>
                  </a:lnTo>
                  <a:cubicBezTo>
                    <a:pt x="51689" y="3937"/>
                    <a:pt x="56515" y="2540"/>
                    <a:pt x="61468" y="1524"/>
                  </a:cubicBezTo>
                  <a:lnTo>
                    <a:pt x="63373" y="10922"/>
                  </a:lnTo>
                  <a:lnTo>
                    <a:pt x="61468" y="1524"/>
                  </a:lnTo>
                  <a:cubicBezTo>
                    <a:pt x="66421" y="508"/>
                    <a:pt x="71374" y="0"/>
                    <a:pt x="76327" y="0"/>
                  </a:cubicBezTo>
                  <a:lnTo>
                    <a:pt x="76327" y="9525"/>
                  </a:lnTo>
                  <a:lnTo>
                    <a:pt x="76327" y="0"/>
                  </a:lnTo>
                  <a:lnTo>
                    <a:pt x="5257927" y="0"/>
                  </a:lnTo>
                  <a:lnTo>
                    <a:pt x="5257927" y="9525"/>
                  </a:lnTo>
                  <a:lnTo>
                    <a:pt x="5257927" y="0"/>
                  </a:lnTo>
                  <a:cubicBezTo>
                    <a:pt x="5262880" y="0"/>
                    <a:pt x="5267833" y="508"/>
                    <a:pt x="5272786" y="1524"/>
                  </a:cubicBezTo>
                  <a:lnTo>
                    <a:pt x="5270881" y="10922"/>
                  </a:lnTo>
                  <a:lnTo>
                    <a:pt x="5272786" y="1524"/>
                  </a:lnTo>
                  <a:cubicBezTo>
                    <a:pt x="5277739" y="2540"/>
                    <a:pt x="5282438" y="3937"/>
                    <a:pt x="5287137" y="5842"/>
                  </a:cubicBezTo>
                  <a:lnTo>
                    <a:pt x="5283454" y="14605"/>
                  </a:lnTo>
                  <a:lnTo>
                    <a:pt x="5287137" y="5842"/>
                  </a:lnTo>
                  <a:cubicBezTo>
                    <a:pt x="5291709" y="7747"/>
                    <a:pt x="5296154" y="10160"/>
                    <a:pt x="5300345" y="12827"/>
                  </a:cubicBezTo>
                  <a:lnTo>
                    <a:pt x="5300345" y="12827"/>
                  </a:lnTo>
                  <a:lnTo>
                    <a:pt x="5300345" y="12827"/>
                  </a:lnTo>
                  <a:cubicBezTo>
                    <a:pt x="5304536" y="15621"/>
                    <a:pt x="5308346" y="18796"/>
                    <a:pt x="5311902" y="22352"/>
                  </a:cubicBezTo>
                  <a:lnTo>
                    <a:pt x="5305171" y="29083"/>
                  </a:lnTo>
                  <a:lnTo>
                    <a:pt x="5311902" y="22352"/>
                  </a:lnTo>
                  <a:cubicBezTo>
                    <a:pt x="5315458" y="25908"/>
                    <a:pt x="5318633" y="29718"/>
                    <a:pt x="5321427" y="33909"/>
                  </a:cubicBezTo>
                  <a:lnTo>
                    <a:pt x="5313553" y="39243"/>
                  </a:lnTo>
                  <a:lnTo>
                    <a:pt x="5321427" y="33909"/>
                  </a:lnTo>
                  <a:cubicBezTo>
                    <a:pt x="5324221" y="38100"/>
                    <a:pt x="5326507" y="42418"/>
                    <a:pt x="5328412" y="47117"/>
                  </a:cubicBezTo>
                  <a:lnTo>
                    <a:pt x="5328412" y="47117"/>
                  </a:lnTo>
                  <a:lnTo>
                    <a:pt x="5328412" y="47117"/>
                  </a:lnTo>
                  <a:cubicBezTo>
                    <a:pt x="5330317" y="51689"/>
                    <a:pt x="5331714" y="56515"/>
                    <a:pt x="5332730" y="61468"/>
                  </a:cubicBezTo>
                  <a:lnTo>
                    <a:pt x="5323332" y="63373"/>
                  </a:lnTo>
                  <a:lnTo>
                    <a:pt x="5332730" y="61468"/>
                  </a:lnTo>
                  <a:cubicBezTo>
                    <a:pt x="5333746" y="66421"/>
                    <a:pt x="5334254" y="71374"/>
                    <a:pt x="5334254" y="76327"/>
                  </a:cubicBezTo>
                  <a:lnTo>
                    <a:pt x="5324729" y="76327"/>
                  </a:lnTo>
                  <a:lnTo>
                    <a:pt x="5334254" y="76327"/>
                  </a:lnTo>
                  <a:lnTo>
                    <a:pt x="5334254" y="2171827"/>
                  </a:lnTo>
                  <a:lnTo>
                    <a:pt x="5324729" y="2171827"/>
                  </a:lnTo>
                  <a:lnTo>
                    <a:pt x="5334254" y="2171827"/>
                  </a:lnTo>
                  <a:cubicBezTo>
                    <a:pt x="5334254" y="2176780"/>
                    <a:pt x="5333746" y="2181733"/>
                    <a:pt x="5332730" y="2186686"/>
                  </a:cubicBezTo>
                  <a:lnTo>
                    <a:pt x="5332730" y="2186686"/>
                  </a:lnTo>
                  <a:lnTo>
                    <a:pt x="5332730" y="2186686"/>
                  </a:lnTo>
                  <a:cubicBezTo>
                    <a:pt x="5331714" y="2191639"/>
                    <a:pt x="5330317" y="2196338"/>
                    <a:pt x="5328412" y="2201037"/>
                  </a:cubicBezTo>
                  <a:lnTo>
                    <a:pt x="5328412" y="2201037"/>
                  </a:lnTo>
                  <a:lnTo>
                    <a:pt x="5328412" y="2201037"/>
                  </a:lnTo>
                  <a:cubicBezTo>
                    <a:pt x="5326507" y="2205609"/>
                    <a:pt x="5324094" y="2210054"/>
                    <a:pt x="5321427" y="2214245"/>
                  </a:cubicBezTo>
                  <a:lnTo>
                    <a:pt x="5313553" y="2208911"/>
                  </a:lnTo>
                  <a:lnTo>
                    <a:pt x="5321427" y="2214245"/>
                  </a:lnTo>
                  <a:cubicBezTo>
                    <a:pt x="5318633" y="2218436"/>
                    <a:pt x="5315458" y="2222246"/>
                    <a:pt x="5311902" y="2225802"/>
                  </a:cubicBezTo>
                  <a:lnTo>
                    <a:pt x="5311902" y="2225802"/>
                  </a:lnTo>
                  <a:lnTo>
                    <a:pt x="5311902" y="2225802"/>
                  </a:lnTo>
                  <a:cubicBezTo>
                    <a:pt x="5308346" y="2229358"/>
                    <a:pt x="5304537" y="2232533"/>
                    <a:pt x="5300345" y="2235327"/>
                  </a:cubicBezTo>
                  <a:lnTo>
                    <a:pt x="5300345" y="2235327"/>
                  </a:lnTo>
                  <a:lnTo>
                    <a:pt x="5300345" y="2235327"/>
                  </a:lnTo>
                  <a:cubicBezTo>
                    <a:pt x="5296155" y="2238121"/>
                    <a:pt x="5291836" y="2240407"/>
                    <a:pt x="5287137" y="2242312"/>
                  </a:cubicBezTo>
                  <a:lnTo>
                    <a:pt x="5283454" y="2233549"/>
                  </a:lnTo>
                  <a:lnTo>
                    <a:pt x="5287137" y="2242312"/>
                  </a:lnTo>
                  <a:cubicBezTo>
                    <a:pt x="5282565" y="2244217"/>
                    <a:pt x="5277739" y="2245614"/>
                    <a:pt x="5272786" y="2246630"/>
                  </a:cubicBezTo>
                  <a:lnTo>
                    <a:pt x="5270881" y="2237232"/>
                  </a:lnTo>
                  <a:lnTo>
                    <a:pt x="5272786" y="2246630"/>
                  </a:lnTo>
                  <a:cubicBezTo>
                    <a:pt x="5267833" y="2247646"/>
                    <a:pt x="5262880" y="2248154"/>
                    <a:pt x="5257927" y="2248154"/>
                  </a:cubicBezTo>
                  <a:lnTo>
                    <a:pt x="5257927" y="2248154"/>
                  </a:lnTo>
                  <a:lnTo>
                    <a:pt x="5257927" y="2248154"/>
                  </a:lnTo>
                  <a:lnTo>
                    <a:pt x="76327" y="2248154"/>
                  </a:lnTo>
                  <a:lnTo>
                    <a:pt x="76327" y="2248154"/>
                  </a:lnTo>
                  <a:lnTo>
                    <a:pt x="76327" y="2248154"/>
                  </a:lnTo>
                  <a:cubicBezTo>
                    <a:pt x="71374" y="2248154"/>
                    <a:pt x="66421" y="2247646"/>
                    <a:pt x="61468" y="2246630"/>
                  </a:cubicBezTo>
                  <a:lnTo>
                    <a:pt x="63373" y="2237232"/>
                  </a:lnTo>
                  <a:lnTo>
                    <a:pt x="61468" y="2246630"/>
                  </a:lnTo>
                  <a:cubicBezTo>
                    <a:pt x="56515" y="2245614"/>
                    <a:pt x="51816" y="2244217"/>
                    <a:pt x="47117" y="2242312"/>
                  </a:cubicBezTo>
                  <a:lnTo>
                    <a:pt x="50800" y="2233549"/>
                  </a:lnTo>
                  <a:lnTo>
                    <a:pt x="47117" y="2242312"/>
                  </a:lnTo>
                  <a:cubicBezTo>
                    <a:pt x="42545" y="2240407"/>
                    <a:pt x="38100" y="2237994"/>
                    <a:pt x="33909" y="2235327"/>
                  </a:cubicBezTo>
                  <a:lnTo>
                    <a:pt x="33909" y="2235327"/>
                  </a:lnTo>
                  <a:lnTo>
                    <a:pt x="33909" y="2235327"/>
                  </a:lnTo>
                  <a:cubicBezTo>
                    <a:pt x="29718" y="2232533"/>
                    <a:pt x="25908" y="2229358"/>
                    <a:pt x="22352" y="2225802"/>
                  </a:cubicBezTo>
                  <a:lnTo>
                    <a:pt x="22352" y="2225802"/>
                  </a:lnTo>
                  <a:lnTo>
                    <a:pt x="22352" y="2225802"/>
                  </a:lnTo>
                  <a:cubicBezTo>
                    <a:pt x="18796" y="2222246"/>
                    <a:pt x="15621" y="2218436"/>
                    <a:pt x="12827" y="2214245"/>
                  </a:cubicBezTo>
                  <a:lnTo>
                    <a:pt x="12827" y="2214245"/>
                  </a:lnTo>
                  <a:lnTo>
                    <a:pt x="12827" y="2214245"/>
                  </a:lnTo>
                  <a:cubicBezTo>
                    <a:pt x="10033" y="2210054"/>
                    <a:pt x="7747" y="2205736"/>
                    <a:pt x="5842" y="2201037"/>
                  </a:cubicBezTo>
                  <a:lnTo>
                    <a:pt x="5842" y="2201037"/>
                  </a:lnTo>
                  <a:lnTo>
                    <a:pt x="5842" y="2201037"/>
                  </a:lnTo>
                  <a:cubicBezTo>
                    <a:pt x="3937" y="2196465"/>
                    <a:pt x="2540" y="2191639"/>
                    <a:pt x="1524" y="2186686"/>
                  </a:cubicBezTo>
                  <a:lnTo>
                    <a:pt x="1524" y="2186686"/>
                  </a:lnTo>
                  <a:lnTo>
                    <a:pt x="1524" y="2186686"/>
                  </a:lnTo>
                  <a:cubicBezTo>
                    <a:pt x="508" y="2181733"/>
                    <a:pt x="0" y="2176780"/>
                    <a:pt x="0" y="2171827"/>
                  </a:cubicBezTo>
                  <a:lnTo>
                    <a:pt x="9525" y="2171827"/>
                  </a:lnTo>
                  <a:lnTo>
                    <a:pt x="0" y="2171827"/>
                  </a:lnTo>
                  <a:moveTo>
                    <a:pt x="19050" y="2171827"/>
                  </a:moveTo>
                  <a:cubicBezTo>
                    <a:pt x="19050" y="2175637"/>
                    <a:pt x="19431" y="2179320"/>
                    <a:pt x="20193" y="2183003"/>
                  </a:cubicBezTo>
                  <a:lnTo>
                    <a:pt x="10795" y="2184908"/>
                  </a:lnTo>
                  <a:lnTo>
                    <a:pt x="20193" y="2183003"/>
                  </a:lnTo>
                  <a:cubicBezTo>
                    <a:pt x="20955" y="2186686"/>
                    <a:pt x="21971" y="2190242"/>
                    <a:pt x="23495" y="2193671"/>
                  </a:cubicBezTo>
                  <a:lnTo>
                    <a:pt x="14732" y="2197354"/>
                  </a:lnTo>
                  <a:lnTo>
                    <a:pt x="23495" y="2193671"/>
                  </a:lnTo>
                  <a:cubicBezTo>
                    <a:pt x="24892" y="2197100"/>
                    <a:pt x="26670" y="2200402"/>
                    <a:pt x="28829" y="2203577"/>
                  </a:cubicBezTo>
                  <a:lnTo>
                    <a:pt x="20955" y="2208911"/>
                  </a:lnTo>
                  <a:lnTo>
                    <a:pt x="28829" y="2203577"/>
                  </a:lnTo>
                  <a:cubicBezTo>
                    <a:pt x="30861" y="2206752"/>
                    <a:pt x="33274" y="2209546"/>
                    <a:pt x="35941" y="2212213"/>
                  </a:cubicBezTo>
                  <a:lnTo>
                    <a:pt x="29210" y="2218944"/>
                  </a:lnTo>
                  <a:lnTo>
                    <a:pt x="35941" y="2212213"/>
                  </a:lnTo>
                  <a:cubicBezTo>
                    <a:pt x="38608" y="2214880"/>
                    <a:pt x="41529" y="2217293"/>
                    <a:pt x="44577" y="2219325"/>
                  </a:cubicBezTo>
                  <a:lnTo>
                    <a:pt x="39243" y="2227199"/>
                  </a:lnTo>
                  <a:lnTo>
                    <a:pt x="44577" y="2219325"/>
                  </a:lnTo>
                  <a:cubicBezTo>
                    <a:pt x="47752" y="2221357"/>
                    <a:pt x="50927" y="2223135"/>
                    <a:pt x="54483" y="2224659"/>
                  </a:cubicBezTo>
                  <a:lnTo>
                    <a:pt x="54483" y="2224659"/>
                  </a:lnTo>
                  <a:lnTo>
                    <a:pt x="54483" y="2224659"/>
                  </a:lnTo>
                  <a:cubicBezTo>
                    <a:pt x="57912" y="2226056"/>
                    <a:pt x="61468" y="2227199"/>
                    <a:pt x="65151" y="2227961"/>
                  </a:cubicBezTo>
                  <a:cubicBezTo>
                    <a:pt x="68834" y="2228723"/>
                    <a:pt x="72517" y="2229104"/>
                    <a:pt x="76327" y="2229104"/>
                  </a:cubicBezTo>
                  <a:lnTo>
                    <a:pt x="76327" y="2238629"/>
                  </a:lnTo>
                  <a:lnTo>
                    <a:pt x="76327" y="2229104"/>
                  </a:lnTo>
                  <a:lnTo>
                    <a:pt x="5257927" y="2229104"/>
                  </a:lnTo>
                  <a:lnTo>
                    <a:pt x="5257927" y="2238629"/>
                  </a:lnTo>
                  <a:lnTo>
                    <a:pt x="5257927" y="2229104"/>
                  </a:lnTo>
                  <a:cubicBezTo>
                    <a:pt x="5261737" y="2229104"/>
                    <a:pt x="5265420" y="2228723"/>
                    <a:pt x="5269103" y="2227961"/>
                  </a:cubicBezTo>
                  <a:cubicBezTo>
                    <a:pt x="5272786" y="2227199"/>
                    <a:pt x="5276342" y="2226183"/>
                    <a:pt x="5279771" y="2224659"/>
                  </a:cubicBezTo>
                  <a:lnTo>
                    <a:pt x="5279771" y="2224659"/>
                  </a:lnTo>
                  <a:lnTo>
                    <a:pt x="5279771" y="2224659"/>
                  </a:lnTo>
                  <a:cubicBezTo>
                    <a:pt x="5283200" y="2223262"/>
                    <a:pt x="5286502" y="2221484"/>
                    <a:pt x="5289677" y="2219325"/>
                  </a:cubicBezTo>
                  <a:lnTo>
                    <a:pt x="5295011" y="2227199"/>
                  </a:lnTo>
                  <a:lnTo>
                    <a:pt x="5289677" y="2219325"/>
                  </a:lnTo>
                  <a:cubicBezTo>
                    <a:pt x="5292852" y="2217293"/>
                    <a:pt x="5295646" y="2214880"/>
                    <a:pt x="5298313" y="2212213"/>
                  </a:cubicBezTo>
                  <a:lnTo>
                    <a:pt x="5305044" y="2218944"/>
                  </a:lnTo>
                  <a:lnTo>
                    <a:pt x="5298313" y="2212213"/>
                  </a:lnTo>
                  <a:cubicBezTo>
                    <a:pt x="5300980" y="2209546"/>
                    <a:pt x="5303393" y="2206625"/>
                    <a:pt x="5305425" y="2203577"/>
                  </a:cubicBezTo>
                  <a:lnTo>
                    <a:pt x="5305425" y="2203577"/>
                  </a:lnTo>
                  <a:lnTo>
                    <a:pt x="5305425" y="2203577"/>
                  </a:lnTo>
                  <a:cubicBezTo>
                    <a:pt x="5307457" y="2200402"/>
                    <a:pt x="5309235" y="2197227"/>
                    <a:pt x="5310759" y="2193671"/>
                  </a:cubicBezTo>
                  <a:lnTo>
                    <a:pt x="5319522" y="2197354"/>
                  </a:lnTo>
                  <a:lnTo>
                    <a:pt x="5310759" y="2193671"/>
                  </a:lnTo>
                  <a:cubicBezTo>
                    <a:pt x="5312156" y="2190242"/>
                    <a:pt x="5313299" y="2186686"/>
                    <a:pt x="5314061" y="2183003"/>
                  </a:cubicBezTo>
                  <a:lnTo>
                    <a:pt x="5323459" y="2184908"/>
                  </a:lnTo>
                  <a:lnTo>
                    <a:pt x="5314061" y="2183003"/>
                  </a:lnTo>
                  <a:cubicBezTo>
                    <a:pt x="5314823" y="2179320"/>
                    <a:pt x="5315204" y="2175637"/>
                    <a:pt x="5315204" y="2171827"/>
                  </a:cubicBezTo>
                  <a:lnTo>
                    <a:pt x="5315204" y="76327"/>
                  </a:lnTo>
                  <a:cubicBezTo>
                    <a:pt x="5315204" y="72517"/>
                    <a:pt x="5314823" y="68834"/>
                    <a:pt x="5314061" y="65151"/>
                  </a:cubicBezTo>
                  <a:cubicBezTo>
                    <a:pt x="5313299" y="61468"/>
                    <a:pt x="5312283" y="57912"/>
                    <a:pt x="5310759" y="54483"/>
                  </a:cubicBezTo>
                  <a:lnTo>
                    <a:pt x="5319522" y="50800"/>
                  </a:lnTo>
                  <a:lnTo>
                    <a:pt x="5310759" y="54483"/>
                  </a:lnTo>
                  <a:cubicBezTo>
                    <a:pt x="5309362" y="51054"/>
                    <a:pt x="5307584" y="47752"/>
                    <a:pt x="5305425" y="44577"/>
                  </a:cubicBezTo>
                  <a:cubicBezTo>
                    <a:pt x="5303266" y="41402"/>
                    <a:pt x="5300980" y="38608"/>
                    <a:pt x="5298313" y="35941"/>
                  </a:cubicBezTo>
                  <a:cubicBezTo>
                    <a:pt x="5295646" y="33274"/>
                    <a:pt x="5292725" y="30861"/>
                    <a:pt x="5289677" y="28829"/>
                  </a:cubicBezTo>
                  <a:lnTo>
                    <a:pt x="5295011" y="20955"/>
                  </a:lnTo>
                  <a:lnTo>
                    <a:pt x="5289677" y="28829"/>
                  </a:lnTo>
                  <a:cubicBezTo>
                    <a:pt x="5286502" y="26797"/>
                    <a:pt x="5283327" y="25019"/>
                    <a:pt x="5279771" y="23495"/>
                  </a:cubicBezTo>
                  <a:cubicBezTo>
                    <a:pt x="5276215" y="21971"/>
                    <a:pt x="5272786" y="20955"/>
                    <a:pt x="5269103" y="20193"/>
                  </a:cubicBezTo>
                  <a:lnTo>
                    <a:pt x="5269103" y="20193"/>
                  </a:lnTo>
                  <a:lnTo>
                    <a:pt x="5269103" y="20193"/>
                  </a:lnTo>
                  <a:cubicBezTo>
                    <a:pt x="5265420" y="19431"/>
                    <a:pt x="5261737" y="19050"/>
                    <a:pt x="5257927" y="19050"/>
                  </a:cubicBezTo>
                  <a:lnTo>
                    <a:pt x="76327" y="19050"/>
                  </a:lnTo>
                  <a:cubicBezTo>
                    <a:pt x="72517" y="19050"/>
                    <a:pt x="68834" y="19431"/>
                    <a:pt x="65151" y="20193"/>
                  </a:cubicBezTo>
                  <a:lnTo>
                    <a:pt x="65151" y="20193"/>
                  </a:lnTo>
                  <a:lnTo>
                    <a:pt x="65151" y="20193"/>
                  </a:lnTo>
                  <a:cubicBezTo>
                    <a:pt x="61468" y="20955"/>
                    <a:pt x="57912" y="21971"/>
                    <a:pt x="54483" y="23495"/>
                  </a:cubicBezTo>
                  <a:lnTo>
                    <a:pt x="50800" y="14732"/>
                  </a:lnTo>
                  <a:lnTo>
                    <a:pt x="54483" y="23495"/>
                  </a:lnTo>
                  <a:cubicBezTo>
                    <a:pt x="51054" y="24892"/>
                    <a:pt x="47752" y="26670"/>
                    <a:pt x="44577" y="28829"/>
                  </a:cubicBezTo>
                  <a:lnTo>
                    <a:pt x="44577" y="28829"/>
                  </a:lnTo>
                  <a:lnTo>
                    <a:pt x="44577" y="28829"/>
                  </a:lnTo>
                  <a:cubicBezTo>
                    <a:pt x="41402" y="30861"/>
                    <a:pt x="38608" y="33274"/>
                    <a:pt x="35941" y="35941"/>
                  </a:cubicBezTo>
                  <a:cubicBezTo>
                    <a:pt x="33274" y="38608"/>
                    <a:pt x="30861" y="41529"/>
                    <a:pt x="28829" y="44577"/>
                  </a:cubicBezTo>
                  <a:cubicBezTo>
                    <a:pt x="26797" y="47625"/>
                    <a:pt x="25019" y="50927"/>
                    <a:pt x="23495" y="54483"/>
                  </a:cubicBezTo>
                  <a:lnTo>
                    <a:pt x="14732" y="50800"/>
                  </a:lnTo>
                  <a:lnTo>
                    <a:pt x="23495" y="54483"/>
                  </a:lnTo>
                  <a:cubicBezTo>
                    <a:pt x="22098" y="57912"/>
                    <a:pt x="20955" y="61468"/>
                    <a:pt x="20193" y="65151"/>
                  </a:cubicBezTo>
                  <a:lnTo>
                    <a:pt x="10795" y="63246"/>
                  </a:lnTo>
                  <a:lnTo>
                    <a:pt x="20193" y="65151"/>
                  </a:lnTo>
                  <a:cubicBezTo>
                    <a:pt x="19431" y="68834"/>
                    <a:pt x="19050" y="72517"/>
                    <a:pt x="19050" y="76327"/>
                  </a:cubicBezTo>
                  <a:lnTo>
                    <a:pt x="19050" y="2171827"/>
                  </a:ln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484378" y="389382"/>
              <a:ext cx="457708" cy="457708"/>
            </a:xfrm>
            <a:custGeom>
              <a:avLst/>
              <a:gdLst/>
              <a:ahLst/>
              <a:cxnLst/>
              <a:rect r="r" b="b" t="t" l="l"/>
              <a:pathLst>
                <a:path h="457708" w="457708">
                  <a:moveTo>
                    <a:pt x="457708" y="228854"/>
                  </a:moveTo>
                  <a:cubicBezTo>
                    <a:pt x="457708" y="236347"/>
                    <a:pt x="457327" y="243840"/>
                    <a:pt x="456565" y="251206"/>
                  </a:cubicBezTo>
                  <a:cubicBezTo>
                    <a:pt x="455803" y="258572"/>
                    <a:pt x="454787" y="266065"/>
                    <a:pt x="453263" y="273431"/>
                  </a:cubicBezTo>
                  <a:cubicBezTo>
                    <a:pt x="451739" y="280797"/>
                    <a:pt x="449961" y="288036"/>
                    <a:pt x="447802" y="295148"/>
                  </a:cubicBezTo>
                  <a:cubicBezTo>
                    <a:pt x="445643" y="302260"/>
                    <a:pt x="443103" y="309372"/>
                    <a:pt x="440182" y="316230"/>
                  </a:cubicBezTo>
                  <a:cubicBezTo>
                    <a:pt x="437261" y="323088"/>
                    <a:pt x="434086" y="329946"/>
                    <a:pt x="430530" y="336550"/>
                  </a:cubicBezTo>
                  <a:cubicBezTo>
                    <a:pt x="426974" y="343154"/>
                    <a:pt x="423164" y="349504"/>
                    <a:pt x="418973" y="355854"/>
                  </a:cubicBezTo>
                  <a:cubicBezTo>
                    <a:pt x="414782" y="362204"/>
                    <a:pt x="410337" y="368046"/>
                    <a:pt x="405638" y="373888"/>
                  </a:cubicBezTo>
                  <a:cubicBezTo>
                    <a:pt x="400939" y="379730"/>
                    <a:pt x="395859" y="385191"/>
                    <a:pt x="390525" y="390525"/>
                  </a:cubicBezTo>
                  <a:cubicBezTo>
                    <a:pt x="385191" y="395859"/>
                    <a:pt x="379730" y="400812"/>
                    <a:pt x="373888" y="405638"/>
                  </a:cubicBezTo>
                  <a:cubicBezTo>
                    <a:pt x="368046" y="410464"/>
                    <a:pt x="362077" y="414782"/>
                    <a:pt x="355854" y="418973"/>
                  </a:cubicBezTo>
                  <a:cubicBezTo>
                    <a:pt x="349631" y="423164"/>
                    <a:pt x="343154" y="426974"/>
                    <a:pt x="336550" y="430530"/>
                  </a:cubicBezTo>
                  <a:cubicBezTo>
                    <a:pt x="329946" y="434086"/>
                    <a:pt x="323215" y="437261"/>
                    <a:pt x="316230" y="440182"/>
                  </a:cubicBezTo>
                  <a:cubicBezTo>
                    <a:pt x="309245" y="443103"/>
                    <a:pt x="302260" y="445516"/>
                    <a:pt x="295148" y="447802"/>
                  </a:cubicBezTo>
                  <a:cubicBezTo>
                    <a:pt x="288036" y="450088"/>
                    <a:pt x="280670" y="451739"/>
                    <a:pt x="273431" y="453263"/>
                  </a:cubicBezTo>
                  <a:cubicBezTo>
                    <a:pt x="266192" y="454787"/>
                    <a:pt x="258699" y="455803"/>
                    <a:pt x="251206" y="456565"/>
                  </a:cubicBezTo>
                  <a:cubicBezTo>
                    <a:pt x="243713" y="457327"/>
                    <a:pt x="236347" y="457708"/>
                    <a:pt x="228854" y="457708"/>
                  </a:cubicBezTo>
                  <a:cubicBezTo>
                    <a:pt x="221361" y="457708"/>
                    <a:pt x="213868" y="457327"/>
                    <a:pt x="206502" y="456565"/>
                  </a:cubicBezTo>
                  <a:cubicBezTo>
                    <a:pt x="199136" y="455803"/>
                    <a:pt x="191643" y="454787"/>
                    <a:pt x="184277" y="453263"/>
                  </a:cubicBezTo>
                  <a:cubicBezTo>
                    <a:pt x="176911" y="451739"/>
                    <a:pt x="169672" y="449961"/>
                    <a:pt x="162560" y="447802"/>
                  </a:cubicBezTo>
                  <a:cubicBezTo>
                    <a:pt x="155448" y="445643"/>
                    <a:pt x="148336" y="443103"/>
                    <a:pt x="141478" y="440182"/>
                  </a:cubicBezTo>
                  <a:cubicBezTo>
                    <a:pt x="134620" y="437261"/>
                    <a:pt x="127762" y="434086"/>
                    <a:pt x="121158" y="430530"/>
                  </a:cubicBezTo>
                  <a:cubicBezTo>
                    <a:pt x="114554" y="426974"/>
                    <a:pt x="108204" y="423164"/>
                    <a:pt x="101854" y="418973"/>
                  </a:cubicBezTo>
                  <a:cubicBezTo>
                    <a:pt x="95504" y="414782"/>
                    <a:pt x="89662" y="410337"/>
                    <a:pt x="83820" y="405638"/>
                  </a:cubicBezTo>
                  <a:cubicBezTo>
                    <a:pt x="77978" y="400939"/>
                    <a:pt x="72517" y="395859"/>
                    <a:pt x="67183" y="390525"/>
                  </a:cubicBezTo>
                  <a:cubicBezTo>
                    <a:pt x="61849" y="385191"/>
                    <a:pt x="56896" y="379730"/>
                    <a:pt x="52070" y="373888"/>
                  </a:cubicBezTo>
                  <a:cubicBezTo>
                    <a:pt x="47244" y="368046"/>
                    <a:pt x="42926" y="362077"/>
                    <a:pt x="38735" y="355854"/>
                  </a:cubicBezTo>
                  <a:cubicBezTo>
                    <a:pt x="34544" y="349631"/>
                    <a:pt x="30734" y="343154"/>
                    <a:pt x="27178" y="336550"/>
                  </a:cubicBezTo>
                  <a:cubicBezTo>
                    <a:pt x="23622" y="329946"/>
                    <a:pt x="20447" y="323215"/>
                    <a:pt x="17526" y="316230"/>
                  </a:cubicBezTo>
                  <a:cubicBezTo>
                    <a:pt x="14605" y="309245"/>
                    <a:pt x="12192" y="302260"/>
                    <a:pt x="9906" y="295148"/>
                  </a:cubicBezTo>
                  <a:cubicBezTo>
                    <a:pt x="7620" y="288036"/>
                    <a:pt x="5969" y="280670"/>
                    <a:pt x="4445" y="273431"/>
                  </a:cubicBezTo>
                  <a:cubicBezTo>
                    <a:pt x="2921" y="266192"/>
                    <a:pt x="1905" y="258699"/>
                    <a:pt x="1143" y="251206"/>
                  </a:cubicBezTo>
                  <a:cubicBezTo>
                    <a:pt x="381" y="243713"/>
                    <a:pt x="0" y="236347"/>
                    <a:pt x="0" y="228854"/>
                  </a:cubicBezTo>
                  <a:cubicBezTo>
                    <a:pt x="0" y="221361"/>
                    <a:pt x="381" y="213868"/>
                    <a:pt x="1143" y="206502"/>
                  </a:cubicBezTo>
                  <a:cubicBezTo>
                    <a:pt x="1905" y="199136"/>
                    <a:pt x="2921" y="191643"/>
                    <a:pt x="4445" y="184277"/>
                  </a:cubicBezTo>
                  <a:cubicBezTo>
                    <a:pt x="5969" y="176911"/>
                    <a:pt x="7747" y="169672"/>
                    <a:pt x="9906" y="162560"/>
                  </a:cubicBezTo>
                  <a:cubicBezTo>
                    <a:pt x="12065" y="155448"/>
                    <a:pt x="14605" y="148336"/>
                    <a:pt x="17526" y="141478"/>
                  </a:cubicBezTo>
                  <a:cubicBezTo>
                    <a:pt x="20447" y="134620"/>
                    <a:pt x="23622" y="127762"/>
                    <a:pt x="27178" y="121158"/>
                  </a:cubicBezTo>
                  <a:cubicBezTo>
                    <a:pt x="30734" y="114554"/>
                    <a:pt x="34544" y="108204"/>
                    <a:pt x="38735" y="101854"/>
                  </a:cubicBezTo>
                  <a:cubicBezTo>
                    <a:pt x="42926" y="95504"/>
                    <a:pt x="47371" y="89662"/>
                    <a:pt x="52070" y="83820"/>
                  </a:cubicBezTo>
                  <a:cubicBezTo>
                    <a:pt x="56769" y="77978"/>
                    <a:pt x="61849" y="72517"/>
                    <a:pt x="67183" y="67183"/>
                  </a:cubicBezTo>
                  <a:cubicBezTo>
                    <a:pt x="72517" y="61849"/>
                    <a:pt x="77978" y="56896"/>
                    <a:pt x="83820" y="52070"/>
                  </a:cubicBezTo>
                  <a:cubicBezTo>
                    <a:pt x="89662" y="47244"/>
                    <a:pt x="95631" y="42926"/>
                    <a:pt x="101854" y="38735"/>
                  </a:cubicBezTo>
                  <a:cubicBezTo>
                    <a:pt x="108077" y="34544"/>
                    <a:pt x="114554" y="30734"/>
                    <a:pt x="121158" y="27178"/>
                  </a:cubicBezTo>
                  <a:cubicBezTo>
                    <a:pt x="127762" y="23622"/>
                    <a:pt x="134493" y="20447"/>
                    <a:pt x="141478" y="17526"/>
                  </a:cubicBezTo>
                  <a:cubicBezTo>
                    <a:pt x="148463" y="14605"/>
                    <a:pt x="155448" y="12192"/>
                    <a:pt x="162560" y="9906"/>
                  </a:cubicBezTo>
                  <a:cubicBezTo>
                    <a:pt x="169672" y="7620"/>
                    <a:pt x="177038" y="5969"/>
                    <a:pt x="184277" y="4445"/>
                  </a:cubicBezTo>
                  <a:cubicBezTo>
                    <a:pt x="191516" y="2921"/>
                    <a:pt x="199009" y="1905"/>
                    <a:pt x="206502" y="1143"/>
                  </a:cubicBezTo>
                  <a:cubicBezTo>
                    <a:pt x="213995" y="381"/>
                    <a:pt x="221361" y="0"/>
                    <a:pt x="228854" y="0"/>
                  </a:cubicBezTo>
                  <a:cubicBezTo>
                    <a:pt x="236347" y="0"/>
                    <a:pt x="243840" y="381"/>
                    <a:pt x="251206" y="1143"/>
                  </a:cubicBezTo>
                  <a:cubicBezTo>
                    <a:pt x="258572" y="1905"/>
                    <a:pt x="266065" y="2921"/>
                    <a:pt x="273431" y="4445"/>
                  </a:cubicBezTo>
                  <a:cubicBezTo>
                    <a:pt x="280797" y="5969"/>
                    <a:pt x="288036" y="7747"/>
                    <a:pt x="295148" y="9906"/>
                  </a:cubicBezTo>
                  <a:cubicBezTo>
                    <a:pt x="302260" y="12065"/>
                    <a:pt x="309372" y="14605"/>
                    <a:pt x="316230" y="17526"/>
                  </a:cubicBezTo>
                  <a:cubicBezTo>
                    <a:pt x="323088" y="20447"/>
                    <a:pt x="329946" y="23622"/>
                    <a:pt x="336550" y="27178"/>
                  </a:cubicBezTo>
                  <a:cubicBezTo>
                    <a:pt x="343154" y="30734"/>
                    <a:pt x="349504" y="34544"/>
                    <a:pt x="355854" y="38735"/>
                  </a:cubicBezTo>
                  <a:cubicBezTo>
                    <a:pt x="362204" y="42926"/>
                    <a:pt x="368046" y="47371"/>
                    <a:pt x="373888" y="52070"/>
                  </a:cubicBezTo>
                  <a:cubicBezTo>
                    <a:pt x="379730" y="56769"/>
                    <a:pt x="385191" y="61849"/>
                    <a:pt x="390525" y="67183"/>
                  </a:cubicBezTo>
                  <a:cubicBezTo>
                    <a:pt x="395859" y="72517"/>
                    <a:pt x="400812" y="77978"/>
                    <a:pt x="405638" y="83820"/>
                  </a:cubicBezTo>
                  <a:cubicBezTo>
                    <a:pt x="410464" y="89662"/>
                    <a:pt x="414782" y="95631"/>
                    <a:pt x="418973" y="101854"/>
                  </a:cubicBezTo>
                  <a:cubicBezTo>
                    <a:pt x="423164" y="108077"/>
                    <a:pt x="426974" y="114554"/>
                    <a:pt x="430530" y="121158"/>
                  </a:cubicBezTo>
                  <a:cubicBezTo>
                    <a:pt x="434086" y="127762"/>
                    <a:pt x="437261" y="134493"/>
                    <a:pt x="440182" y="141478"/>
                  </a:cubicBezTo>
                  <a:cubicBezTo>
                    <a:pt x="443103" y="148463"/>
                    <a:pt x="445516" y="155448"/>
                    <a:pt x="447802" y="162560"/>
                  </a:cubicBezTo>
                  <a:cubicBezTo>
                    <a:pt x="450088" y="169672"/>
                    <a:pt x="451739" y="177038"/>
                    <a:pt x="453263" y="184277"/>
                  </a:cubicBezTo>
                  <a:cubicBezTo>
                    <a:pt x="454787" y="191516"/>
                    <a:pt x="455803" y="199009"/>
                    <a:pt x="456565" y="206502"/>
                  </a:cubicBezTo>
                  <a:cubicBezTo>
                    <a:pt x="457327" y="213995"/>
                    <a:pt x="457708" y="221361"/>
                    <a:pt x="457708" y="228854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3543300" y="3210685"/>
            <a:ext cx="1371600" cy="57150"/>
            <a:chOff x="0" y="0"/>
            <a:chExt cx="914400" cy="381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14400" cy="38100"/>
            </a:xfrm>
            <a:custGeom>
              <a:avLst/>
              <a:gdLst/>
              <a:ahLst/>
              <a:cxnLst/>
              <a:rect r="r" b="b" t="t" l="l"/>
              <a:pathLst>
                <a:path h="381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9797796" y="2883607"/>
            <a:ext cx="9733607" cy="7331808"/>
          </a:xfrm>
          <a:custGeom>
            <a:avLst/>
            <a:gdLst/>
            <a:ahLst/>
            <a:cxnLst/>
            <a:rect r="r" b="b" t="t" l="l"/>
            <a:pathLst>
              <a:path h="7331808" w="9733607">
                <a:moveTo>
                  <a:pt x="0" y="0"/>
                </a:moveTo>
                <a:lnTo>
                  <a:pt x="9733607" y="0"/>
                </a:lnTo>
                <a:lnTo>
                  <a:pt x="9733607" y="7331808"/>
                </a:lnTo>
                <a:lnTo>
                  <a:pt x="0" y="73318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995964" y="2470804"/>
            <a:ext cx="4556552" cy="739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4"/>
              </a:lnSpc>
            </a:pPr>
            <a:r>
              <a:rPr lang="en-US" b="true" sz="4324">
                <a:solidFill>
                  <a:srgbClr val="1F2937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Core Concepts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31633" y="3839957"/>
            <a:ext cx="364331" cy="385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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0" y="3439677"/>
            <a:ext cx="9605864" cy="6630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82462" indent="-241231" lvl="1">
              <a:lnSpc>
                <a:spcPts val="4469"/>
              </a:lnSpc>
              <a:buFont typeface="Arial"/>
              <a:buChar char="•"/>
            </a:pPr>
            <a:r>
              <a:rPr lang="en-US" sz="223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Model Training</a:t>
            </a:r>
          </a:p>
          <a:p>
            <a:pPr algn="ctr" marL="482462" indent="-241231" lvl="1">
              <a:lnSpc>
                <a:spcPts val="4469"/>
              </a:lnSpc>
              <a:buFont typeface="Arial"/>
              <a:buChar char="•"/>
            </a:pPr>
            <a:r>
              <a:rPr lang="en-US" sz="223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Split the dataset into training and testing sets.</a:t>
            </a:r>
          </a:p>
          <a:p>
            <a:pPr algn="ctr" marL="482462" indent="-241231" lvl="1">
              <a:lnSpc>
                <a:spcPts val="4469"/>
              </a:lnSpc>
              <a:buFont typeface="Arial"/>
              <a:buChar char="•"/>
            </a:pPr>
            <a:r>
              <a:rPr lang="en-US" sz="223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Train models (e.g., Linear Regression, Decision Trees, Random Forest) to learn patterns from training data.</a:t>
            </a:r>
          </a:p>
          <a:p>
            <a:pPr algn="ctr" marL="482462" indent="-241231" lvl="1">
              <a:lnSpc>
                <a:spcPts val="4469"/>
              </a:lnSpc>
              <a:buFont typeface="Arial"/>
              <a:buChar char="•"/>
            </a:pPr>
            <a:r>
              <a:rPr lang="en-US" sz="223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Aim to minimize prediction errors and improve generalization.</a:t>
            </a:r>
          </a:p>
          <a:p>
            <a:pPr algn="ctr" marL="482462" indent="-241231" lvl="1">
              <a:lnSpc>
                <a:spcPts val="4469"/>
              </a:lnSpc>
              <a:buFont typeface="Arial"/>
              <a:buChar char="•"/>
            </a:pPr>
            <a:r>
              <a:rPr lang="en-US" sz="223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Model Evaluation</a:t>
            </a:r>
          </a:p>
          <a:p>
            <a:pPr algn="ctr" marL="482462" indent="-241231" lvl="1">
              <a:lnSpc>
                <a:spcPts val="4469"/>
              </a:lnSpc>
              <a:buFont typeface="Arial"/>
              <a:buChar char="•"/>
            </a:pPr>
            <a:r>
              <a:rPr lang="en-US" sz="223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Test model performance using unseen data.</a:t>
            </a:r>
          </a:p>
          <a:p>
            <a:pPr algn="ctr" marL="482462" indent="-241231" lvl="1">
              <a:lnSpc>
                <a:spcPts val="4469"/>
              </a:lnSpc>
              <a:buFont typeface="Arial"/>
              <a:buChar char="•"/>
            </a:pPr>
            <a:r>
              <a:rPr lang="en-US" sz="223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Evaluate with metrics like Accuracy, Precision, Recall, F1-Score, RMSE, or R².</a:t>
            </a:r>
          </a:p>
          <a:p>
            <a:pPr algn="ctr" marL="482462" indent="-241231" lvl="1">
              <a:lnSpc>
                <a:spcPts val="4469"/>
              </a:lnSpc>
              <a:buFont typeface="Arial"/>
              <a:buChar char="•"/>
            </a:pPr>
            <a:r>
              <a:rPr lang="en-US" sz="223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Apply cross-validation and confusion matrices to ensure model reliability.</a:t>
            </a:r>
          </a:p>
          <a:p>
            <a:pPr algn="ctr">
              <a:lnSpc>
                <a:spcPts val="4469"/>
              </a:lnSpc>
              <a:spcBef>
                <a:spcPct val="0"/>
              </a:spcBef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3956257" y="1259530"/>
            <a:ext cx="10854873" cy="647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b="true" sz="3750">
                <a:solidFill>
                  <a:srgbClr val="1F2937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Model training and model evaluation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67220" y="1721870"/>
            <a:ext cx="11290312" cy="4516121"/>
          </a:xfrm>
          <a:custGeom>
            <a:avLst/>
            <a:gdLst/>
            <a:ahLst/>
            <a:cxnLst/>
            <a:rect r="r" b="b" t="t" l="l"/>
            <a:pathLst>
              <a:path h="4516121" w="11290312">
                <a:moveTo>
                  <a:pt x="0" y="0"/>
                </a:moveTo>
                <a:lnTo>
                  <a:pt x="11290312" y="0"/>
                </a:lnTo>
                <a:lnTo>
                  <a:pt x="11290312" y="4516121"/>
                </a:lnTo>
                <a:lnTo>
                  <a:pt x="0" y="45161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846829" y="6176815"/>
            <a:ext cx="11210703" cy="4484277"/>
          </a:xfrm>
          <a:custGeom>
            <a:avLst/>
            <a:gdLst/>
            <a:ahLst/>
            <a:cxnLst/>
            <a:rect r="r" b="b" t="t" l="l"/>
            <a:pathLst>
              <a:path h="4484277" w="11210703">
                <a:moveTo>
                  <a:pt x="0" y="0"/>
                </a:moveTo>
                <a:lnTo>
                  <a:pt x="11210703" y="0"/>
                </a:lnTo>
                <a:lnTo>
                  <a:pt x="11210703" y="4484278"/>
                </a:lnTo>
                <a:lnTo>
                  <a:pt x="0" y="44842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8618676" y="1225741"/>
            <a:ext cx="1050635" cy="43776"/>
            <a:chOff x="0" y="0"/>
            <a:chExt cx="9144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14400" cy="38100"/>
            </a:xfrm>
            <a:custGeom>
              <a:avLst/>
              <a:gdLst/>
              <a:ahLst/>
              <a:cxnLst/>
              <a:rect r="r" b="b" t="t" l="l"/>
              <a:pathLst>
                <a:path h="381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9121450" y="1721870"/>
            <a:ext cx="11357591" cy="4543032"/>
          </a:xfrm>
          <a:custGeom>
            <a:avLst/>
            <a:gdLst/>
            <a:ahLst/>
            <a:cxnLst/>
            <a:rect r="r" b="b" t="t" l="l"/>
            <a:pathLst>
              <a:path h="4543032" w="11357591">
                <a:moveTo>
                  <a:pt x="0" y="0"/>
                </a:moveTo>
                <a:lnTo>
                  <a:pt x="11357591" y="0"/>
                </a:lnTo>
                <a:lnTo>
                  <a:pt x="11357591" y="4543032"/>
                </a:lnTo>
                <a:lnTo>
                  <a:pt x="0" y="45430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3993" y="6264902"/>
            <a:ext cx="10839512" cy="4335801"/>
          </a:xfrm>
          <a:custGeom>
            <a:avLst/>
            <a:gdLst/>
            <a:ahLst/>
            <a:cxnLst/>
            <a:rect r="r" b="b" t="t" l="l"/>
            <a:pathLst>
              <a:path h="4335801" w="10839512">
                <a:moveTo>
                  <a:pt x="0" y="0"/>
                </a:moveTo>
                <a:lnTo>
                  <a:pt x="10839512" y="0"/>
                </a:lnTo>
                <a:lnTo>
                  <a:pt x="10839512" y="4335801"/>
                </a:lnTo>
                <a:lnTo>
                  <a:pt x="0" y="43358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146619" y="7433026"/>
            <a:ext cx="334890" cy="349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5"/>
              </a:lnSpc>
            </a:pPr>
            <a:r>
              <a:rPr lang="en-US" sz="2068">
                <a:solidFill>
                  <a:srgbClr val="A855F7"/>
                </a:solidFill>
                <a:latin typeface="Arimo"/>
                <a:ea typeface="Arimo"/>
                <a:cs typeface="Arimo"/>
                <a:sym typeface="Arimo"/>
              </a:rPr>
              <a:t>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46619" y="2033945"/>
            <a:ext cx="267912" cy="349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5"/>
              </a:lnSpc>
            </a:pPr>
            <a:r>
              <a:rPr lang="en-US" sz="2068">
                <a:solidFill>
                  <a:srgbClr val="3B82F6"/>
                </a:solidFill>
                <a:latin typeface="Arimo"/>
                <a:ea typeface="Arimo"/>
                <a:cs typeface="Arimo"/>
                <a:sym typeface="Arimo"/>
              </a:rPr>
              <a:t>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25534" y="2033945"/>
            <a:ext cx="301401" cy="349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5"/>
              </a:lnSpc>
            </a:pPr>
            <a:r>
              <a:rPr lang="en-US" sz="2068">
                <a:solidFill>
                  <a:srgbClr val="22C55E"/>
                </a:solidFill>
                <a:latin typeface="Arimo"/>
                <a:ea typeface="Arimo"/>
                <a:cs typeface="Arimo"/>
                <a:sym typeface="Arimo"/>
              </a:rPr>
              <a:t>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59490" y="7584055"/>
            <a:ext cx="267912" cy="349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5"/>
              </a:lnSpc>
            </a:pPr>
            <a:r>
              <a:rPr lang="en-US" sz="2068">
                <a:solidFill>
                  <a:srgbClr val="F97316"/>
                </a:solidFill>
                <a:latin typeface="Arimo"/>
                <a:ea typeface="Arimo"/>
                <a:cs typeface="Arimo"/>
                <a:sym typeface="Arimo"/>
              </a:rPr>
              <a:t>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540607" y="7409719"/>
            <a:ext cx="1355253" cy="267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2"/>
              </a:lnSpc>
            </a:pPr>
            <a:r>
              <a:rPr lang="en-US" sz="1723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NLP Pipeline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540607" y="2090475"/>
            <a:ext cx="2650949" cy="267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2"/>
              </a:lnSpc>
            </a:pPr>
            <a:r>
              <a:rPr lang="en-US" sz="1723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Data Collection Methods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052354" y="2090475"/>
            <a:ext cx="2114578" cy="267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2"/>
              </a:lnSpc>
            </a:pPr>
            <a:r>
              <a:rPr lang="en-US" sz="1723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Data Preprocessing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082122" y="7593580"/>
            <a:ext cx="2785463" cy="267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2"/>
              </a:lnSpc>
            </a:pPr>
            <a:r>
              <a:rPr lang="en-US" sz="1723" spc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Machine Learning Models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146619" y="2499804"/>
            <a:ext cx="133956" cy="284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5"/>
              </a:lnSpc>
            </a:pPr>
            <a:r>
              <a:rPr lang="en-US" sz="1034">
                <a:solidFill>
                  <a:srgbClr val="60A5FA"/>
                </a:solidFill>
                <a:latin typeface="Arimo"/>
                <a:ea typeface="Arimo"/>
                <a:cs typeface="Arimo"/>
                <a:sym typeface="Arimo"/>
              </a:rPr>
              <a:t>●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146619" y="2850015"/>
            <a:ext cx="133956" cy="284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5"/>
              </a:lnSpc>
            </a:pPr>
            <a:r>
              <a:rPr lang="en-US" sz="1034">
                <a:solidFill>
                  <a:srgbClr val="60A5FA"/>
                </a:solidFill>
                <a:latin typeface="Arimo"/>
                <a:ea typeface="Arimo"/>
                <a:cs typeface="Arimo"/>
                <a:sym typeface="Arimo"/>
              </a:rPr>
              <a:t>●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146619" y="3200227"/>
            <a:ext cx="133956" cy="284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5"/>
              </a:lnSpc>
            </a:pPr>
            <a:r>
              <a:rPr lang="en-US" sz="1034">
                <a:solidFill>
                  <a:srgbClr val="60A5FA"/>
                </a:solidFill>
                <a:latin typeface="Arimo"/>
                <a:ea typeface="Arimo"/>
                <a:cs typeface="Arimo"/>
                <a:sym typeface="Arimo"/>
              </a:rPr>
              <a:t>●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146619" y="3550438"/>
            <a:ext cx="133956" cy="284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5"/>
              </a:lnSpc>
            </a:pPr>
            <a:r>
              <a:rPr lang="en-US" sz="1034">
                <a:solidFill>
                  <a:srgbClr val="60A5FA"/>
                </a:solidFill>
                <a:latin typeface="Arimo"/>
                <a:ea typeface="Arimo"/>
                <a:cs typeface="Arimo"/>
                <a:sym typeface="Arimo"/>
              </a:rPr>
              <a:t>●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213597" y="7955094"/>
            <a:ext cx="133956" cy="284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5"/>
              </a:lnSpc>
            </a:pPr>
            <a:r>
              <a:rPr lang="en-US" sz="1034">
                <a:solidFill>
                  <a:srgbClr val="C084FC"/>
                </a:solidFill>
                <a:latin typeface="Arimo"/>
                <a:ea typeface="Arimo"/>
                <a:cs typeface="Arimo"/>
                <a:sym typeface="Arimo"/>
              </a:rPr>
              <a:t>●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231546" y="8357837"/>
            <a:ext cx="133956" cy="284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5"/>
              </a:lnSpc>
            </a:pPr>
            <a:r>
              <a:rPr lang="en-US" sz="1034">
                <a:solidFill>
                  <a:srgbClr val="C084FC"/>
                </a:solidFill>
                <a:latin typeface="Arimo"/>
                <a:ea typeface="Arimo"/>
                <a:cs typeface="Arimo"/>
                <a:sym typeface="Arimo"/>
              </a:rPr>
              <a:t>●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231546" y="8708076"/>
            <a:ext cx="133956" cy="284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5"/>
              </a:lnSpc>
            </a:pPr>
            <a:r>
              <a:rPr lang="en-US" sz="1034">
                <a:solidFill>
                  <a:srgbClr val="C084FC"/>
                </a:solidFill>
                <a:latin typeface="Arimo"/>
                <a:ea typeface="Arimo"/>
                <a:cs typeface="Arimo"/>
                <a:sym typeface="Arimo"/>
              </a:rPr>
              <a:t>●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213597" y="9023266"/>
            <a:ext cx="133956" cy="284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5"/>
              </a:lnSpc>
            </a:pPr>
            <a:r>
              <a:rPr lang="en-US" sz="1034">
                <a:solidFill>
                  <a:srgbClr val="C084FC"/>
                </a:solidFill>
                <a:latin typeface="Arimo"/>
                <a:ea typeface="Arimo"/>
                <a:cs typeface="Arimo"/>
                <a:sym typeface="Arimo"/>
              </a:rPr>
              <a:t>●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625534" y="2499804"/>
            <a:ext cx="133956" cy="284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5"/>
              </a:lnSpc>
            </a:pPr>
            <a:r>
              <a:rPr lang="en-US" sz="1034">
                <a:solidFill>
                  <a:srgbClr val="4ADE80"/>
                </a:solidFill>
                <a:latin typeface="Arimo"/>
                <a:ea typeface="Arimo"/>
                <a:cs typeface="Arimo"/>
                <a:sym typeface="Arimo"/>
              </a:rPr>
              <a:t>●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625534" y="2850015"/>
            <a:ext cx="133956" cy="284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5"/>
              </a:lnSpc>
            </a:pPr>
            <a:r>
              <a:rPr lang="en-US" sz="1034">
                <a:solidFill>
                  <a:srgbClr val="4ADE80"/>
                </a:solidFill>
                <a:latin typeface="Arimo"/>
                <a:ea typeface="Arimo"/>
                <a:cs typeface="Arimo"/>
                <a:sym typeface="Arimo"/>
              </a:rPr>
              <a:t>●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625534" y="3200227"/>
            <a:ext cx="133956" cy="284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5"/>
              </a:lnSpc>
            </a:pPr>
            <a:r>
              <a:rPr lang="en-US" sz="1034">
                <a:solidFill>
                  <a:srgbClr val="4ADE80"/>
                </a:solidFill>
                <a:latin typeface="Arimo"/>
                <a:ea typeface="Arimo"/>
                <a:cs typeface="Arimo"/>
                <a:sym typeface="Arimo"/>
              </a:rPr>
              <a:t>●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625534" y="3550438"/>
            <a:ext cx="133956" cy="284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5"/>
              </a:lnSpc>
            </a:pPr>
            <a:r>
              <a:rPr lang="en-US" sz="1034">
                <a:solidFill>
                  <a:srgbClr val="4ADE80"/>
                </a:solidFill>
                <a:latin typeface="Arimo"/>
                <a:ea typeface="Arimo"/>
                <a:cs typeface="Arimo"/>
                <a:sym typeface="Arimo"/>
              </a:rPr>
              <a:t>●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365501" y="2530524"/>
            <a:ext cx="1095714" cy="287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7"/>
              </a:lnSpc>
            </a:pPr>
            <a:r>
              <a:rPr lang="en-US" sz="1378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Twitter/X API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365501" y="2880735"/>
            <a:ext cx="872366" cy="287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7"/>
              </a:lnSpc>
            </a:pPr>
            <a:r>
              <a:rPr lang="en-US" sz="1378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Reddit API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365501" y="3230947"/>
            <a:ext cx="1162177" cy="287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7"/>
              </a:lnSpc>
            </a:pPr>
            <a:r>
              <a:rPr lang="en-US" sz="1378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Web scraping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365501" y="3581158"/>
            <a:ext cx="1355603" cy="287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7"/>
              </a:lnSpc>
            </a:pPr>
            <a:r>
              <a:rPr lang="en-US" sz="1378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Kaggle datasets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459085" y="7951537"/>
            <a:ext cx="1068594" cy="287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7"/>
              </a:lnSpc>
            </a:pPr>
            <a:r>
              <a:rPr lang="en-US" sz="1378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Tokenization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481509" y="8328028"/>
            <a:ext cx="1142292" cy="287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7"/>
              </a:lnSpc>
            </a:pPr>
            <a:r>
              <a:rPr lang="en-US" sz="1378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Bag of Words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459085" y="8704519"/>
            <a:ext cx="1745006" cy="287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7"/>
              </a:lnSpc>
            </a:pPr>
            <a:r>
              <a:rPr lang="en-US" sz="1378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TF-IDF Vectorization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464611" y="9051841"/>
            <a:ext cx="1546513" cy="287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7"/>
              </a:lnSpc>
            </a:pPr>
            <a:r>
              <a:rPr lang="en-US" sz="1378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Word Embeddings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027402" y="8119317"/>
            <a:ext cx="3640121" cy="492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0"/>
              </a:lnSpc>
            </a:pPr>
            <a:r>
              <a:rPr lang="en-US" sz="1378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Traditional ML:</a:t>
            </a:r>
          </a:p>
          <a:p>
            <a:pPr algn="l">
              <a:lnSpc>
                <a:spcPts val="1689"/>
              </a:lnSpc>
            </a:pPr>
            <a:r>
              <a:rPr lang="en-US" sz="1206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Naive Bayes, Logistic Regression, Random Forest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082122" y="8847391"/>
            <a:ext cx="2420772" cy="492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0"/>
              </a:lnSpc>
            </a:pPr>
            <a:r>
              <a:rPr lang="en-US" sz="1378" spc="2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Deep Learning:</a:t>
            </a:r>
          </a:p>
          <a:p>
            <a:pPr algn="l">
              <a:lnSpc>
                <a:spcPts val="1689"/>
              </a:lnSpc>
            </a:pPr>
            <a:r>
              <a:rPr lang="en-US" sz="1206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LSTM Networks, BERT, RoBERTa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844416" y="2530524"/>
            <a:ext cx="1609912" cy="287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7"/>
              </a:lnSpc>
            </a:pPr>
            <a:r>
              <a:rPr lang="en-US" sz="1378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Remove stopwords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844416" y="2880735"/>
            <a:ext cx="2376755" cy="287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7"/>
              </a:lnSpc>
            </a:pPr>
            <a:r>
              <a:rPr lang="en-US" sz="1378" spc="1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Strip hashtags &amp; @mentions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844416" y="3230947"/>
            <a:ext cx="1852619" cy="287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7"/>
              </a:lnSpc>
            </a:pPr>
            <a:r>
              <a:rPr lang="en-US" sz="1378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Handle emojis &amp; URLs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844416" y="3581158"/>
            <a:ext cx="2517343" cy="287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7"/>
              </a:lnSpc>
            </a:pPr>
            <a:r>
              <a:rPr lang="en-US" sz="1378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Tokenization &amp; Lemmatization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139813" y="511824"/>
            <a:ext cx="3963275" cy="713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90"/>
              </a:lnSpc>
            </a:pPr>
            <a:r>
              <a:rPr lang="en-US" b="true" sz="4136">
                <a:solidFill>
                  <a:srgbClr val="1F2937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Methodology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8426196" y="1466698"/>
            <a:ext cx="1371600" cy="57150"/>
            <a:chOff x="0" y="0"/>
            <a:chExt cx="914400" cy="38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" cy="38100"/>
            </a:xfrm>
            <a:custGeom>
              <a:avLst/>
              <a:gdLst/>
              <a:ahLst/>
              <a:cxnLst/>
              <a:rect r="r" b="b" t="t" l="l"/>
              <a:pathLst>
                <a:path h="381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3543300" y="3210685"/>
            <a:ext cx="1371600" cy="57150"/>
            <a:chOff x="0" y="0"/>
            <a:chExt cx="9144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14400" cy="38100"/>
            </a:xfrm>
            <a:custGeom>
              <a:avLst/>
              <a:gdLst/>
              <a:ahLst/>
              <a:cxnLst/>
              <a:rect r="r" b="b" t="t" l="l"/>
              <a:pathLst>
                <a:path h="381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27596" y="1907229"/>
            <a:ext cx="18279185" cy="8817769"/>
          </a:xfrm>
          <a:custGeom>
            <a:avLst/>
            <a:gdLst/>
            <a:ahLst/>
            <a:cxnLst/>
            <a:rect r="r" b="b" t="t" l="l"/>
            <a:pathLst>
              <a:path h="8817769" w="18279185">
                <a:moveTo>
                  <a:pt x="0" y="0"/>
                </a:moveTo>
                <a:lnTo>
                  <a:pt x="18279184" y="0"/>
                </a:lnTo>
                <a:lnTo>
                  <a:pt x="18279184" y="8817769"/>
                </a:lnTo>
                <a:lnTo>
                  <a:pt x="0" y="88177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74" t="0" r="-2784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522200" y="2597472"/>
            <a:ext cx="7190233" cy="5968052"/>
          </a:xfrm>
          <a:custGeom>
            <a:avLst/>
            <a:gdLst/>
            <a:ahLst/>
            <a:cxnLst/>
            <a:rect r="r" b="b" t="t" l="l"/>
            <a:pathLst>
              <a:path h="5968052" w="7190233">
                <a:moveTo>
                  <a:pt x="0" y="0"/>
                </a:moveTo>
                <a:lnTo>
                  <a:pt x="7190233" y="0"/>
                </a:lnTo>
                <a:lnTo>
                  <a:pt x="7190233" y="5968052"/>
                </a:lnTo>
                <a:lnTo>
                  <a:pt x="0" y="59680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914900" y="818999"/>
            <a:ext cx="8796814" cy="647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b="true" sz="3750">
                <a:solidFill>
                  <a:srgbClr val="1F2937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Output And Confusion Matrix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104634"/>
            <a:ext cx="18287982" cy="10944214"/>
            <a:chOff x="0" y="0"/>
            <a:chExt cx="12192000" cy="72961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92000" cy="7296150"/>
            </a:xfrm>
            <a:custGeom>
              <a:avLst/>
              <a:gdLst/>
              <a:ahLst/>
              <a:cxnLst/>
              <a:rect r="r" b="b" t="t" l="l"/>
              <a:pathLst>
                <a:path h="729615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7296150"/>
                  </a:lnTo>
                  <a:lnTo>
                    <a:pt x="0" y="72961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8458192" y="1704832"/>
            <a:ext cx="1371599" cy="57150"/>
          </a:xfrm>
          <a:custGeom>
            <a:avLst/>
            <a:gdLst/>
            <a:ahLst/>
            <a:cxnLst/>
            <a:rect r="r" b="b" t="t" l="l"/>
            <a:pathLst>
              <a:path h="57150" w="1371599">
                <a:moveTo>
                  <a:pt x="0" y="0"/>
                </a:moveTo>
                <a:lnTo>
                  <a:pt x="1371598" y="0"/>
                </a:lnTo>
                <a:lnTo>
                  <a:pt x="1371598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50391" y="2440924"/>
            <a:ext cx="8014708" cy="5728710"/>
            <a:chOff x="0" y="0"/>
            <a:chExt cx="7124192" cy="50921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124192" cy="5092192"/>
            </a:xfrm>
            <a:custGeom>
              <a:avLst/>
              <a:gdLst/>
              <a:ahLst/>
              <a:cxnLst/>
              <a:rect r="r" b="b" t="t" l="l"/>
              <a:pathLst>
                <a:path h="5092192" w="7124192">
                  <a:moveTo>
                    <a:pt x="6914896" y="6096"/>
                  </a:moveTo>
                  <a:cubicBezTo>
                    <a:pt x="6935089" y="6096"/>
                    <a:pt x="6954520" y="9906"/>
                    <a:pt x="6973189" y="17653"/>
                  </a:cubicBezTo>
                  <a:cubicBezTo>
                    <a:pt x="6991858" y="25400"/>
                    <a:pt x="7008368" y="36449"/>
                    <a:pt x="7022592" y="50673"/>
                  </a:cubicBezTo>
                  <a:cubicBezTo>
                    <a:pt x="7036815" y="64897"/>
                    <a:pt x="7047864" y="81407"/>
                    <a:pt x="7055612" y="100076"/>
                  </a:cubicBezTo>
                  <a:cubicBezTo>
                    <a:pt x="7063359" y="118745"/>
                    <a:pt x="7067169" y="138176"/>
                    <a:pt x="7067169" y="158369"/>
                  </a:cubicBezTo>
                  <a:lnTo>
                    <a:pt x="7067169" y="4831969"/>
                  </a:lnTo>
                  <a:cubicBezTo>
                    <a:pt x="7067169" y="4852162"/>
                    <a:pt x="7063359" y="4871593"/>
                    <a:pt x="7055612" y="4890262"/>
                  </a:cubicBezTo>
                  <a:cubicBezTo>
                    <a:pt x="7047864" y="4908931"/>
                    <a:pt x="7036815" y="4925441"/>
                    <a:pt x="7022592" y="4939665"/>
                  </a:cubicBezTo>
                  <a:cubicBezTo>
                    <a:pt x="7008368" y="4953889"/>
                    <a:pt x="6991858" y="4964938"/>
                    <a:pt x="6973189" y="4972685"/>
                  </a:cubicBezTo>
                  <a:cubicBezTo>
                    <a:pt x="6954520" y="4980432"/>
                    <a:pt x="6935089" y="4984242"/>
                    <a:pt x="6914896" y="4984242"/>
                  </a:cubicBezTo>
                  <a:lnTo>
                    <a:pt x="209296" y="4984242"/>
                  </a:lnTo>
                  <a:cubicBezTo>
                    <a:pt x="189103" y="4984242"/>
                    <a:pt x="169672" y="4980432"/>
                    <a:pt x="151003" y="4972685"/>
                  </a:cubicBezTo>
                  <a:cubicBezTo>
                    <a:pt x="132334" y="4964938"/>
                    <a:pt x="115824" y="4953889"/>
                    <a:pt x="101600" y="4939665"/>
                  </a:cubicBezTo>
                  <a:cubicBezTo>
                    <a:pt x="87376" y="4925441"/>
                    <a:pt x="76327" y="4908931"/>
                    <a:pt x="68580" y="4890262"/>
                  </a:cubicBezTo>
                  <a:cubicBezTo>
                    <a:pt x="60833" y="4871593"/>
                    <a:pt x="57023" y="4852162"/>
                    <a:pt x="57023" y="4831969"/>
                  </a:cubicBezTo>
                  <a:lnTo>
                    <a:pt x="57023" y="158369"/>
                  </a:lnTo>
                  <a:cubicBezTo>
                    <a:pt x="57023" y="138176"/>
                    <a:pt x="60833" y="118745"/>
                    <a:pt x="68580" y="100076"/>
                  </a:cubicBezTo>
                  <a:cubicBezTo>
                    <a:pt x="76327" y="81407"/>
                    <a:pt x="87376" y="64897"/>
                    <a:pt x="101600" y="50673"/>
                  </a:cubicBezTo>
                  <a:cubicBezTo>
                    <a:pt x="115824" y="36449"/>
                    <a:pt x="132334" y="25400"/>
                    <a:pt x="151003" y="17653"/>
                  </a:cubicBezTo>
                  <a:cubicBezTo>
                    <a:pt x="169672" y="9906"/>
                    <a:pt x="189103" y="6096"/>
                    <a:pt x="209296" y="6096"/>
                  </a:cubicBezTo>
                  <a:close/>
                  <a:moveTo>
                    <a:pt x="0" y="0"/>
                  </a:moveTo>
                  <a:lnTo>
                    <a:pt x="0" y="5092192"/>
                  </a:lnTo>
                  <a:lnTo>
                    <a:pt x="7124192" y="5092192"/>
                  </a:lnTo>
                  <a:lnTo>
                    <a:pt x="7124192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850391" y="2440924"/>
            <a:ext cx="8014708" cy="5728710"/>
            <a:chOff x="0" y="0"/>
            <a:chExt cx="5343144" cy="381914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43144" cy="3819144"/>
            </a:xfrm>
            <a:custGeom>
              <a:avLst/>
              <a:gdLst/>
              <a:ahLst/>
              <a:cxnLst/>
              <a:rect r="r" b="b" t="t" l="l"/>
              <a:pathLst>
                <a:path h="3819144" w="5343144">
                  <a:moveTo>
                    <a:pt x="0" y="0"/>
                  </a:moveTo>
                  <a:lnTo>
                    <a:pt x="5343144" y="0"/>
                  </a:lnTo>
                  <a:lnTo>
                    <a:pt x="5343144" y="3819144"/>
                  </a:lnTo>
                  <a:lnTo>
                    <a:pt x="0" y="3819144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653795" y="2331196"/>
            <a:ext cx="8407900" cy="6117330"/>
            <a:chOff x="0" y="0"/>
            <a:chExt cx="7473696" cy="543763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473696" cy="5437632"/>
            </a:xfrm>
            <a:custGeom>
              <a:avLst/>
              <a:gdLst/>
              <a:ahLst/>
              <a:cxnLst/>
              <a:rect r="r" b="b" t="t" l="l"/>
              <a:pathLst>
                <a:path h="5437632" w="7473696">
                  <a:moveTo>
                    <a:pt x="7089648" y="103632"/>
                  </a:moveTo>
                  <a:cubicBezTo>
                    <a:pt x="7109841" y="103632"/>
                    <a:pt x="7129272" y="107442"/>
                    <a:pt x="7147941" y="115189"/>
                  </a:cubicBezTo>
                  <a:cubicBezTo>
                    <a:pt x="7166610" y="122936"/>
                    <a:pt x="7183120" y="133985"/>
                    <a:pt x="7197344" y="148209"/>
                  </a:cubicBezTo>
                  <a:cubicBezTo>
                    <a:pt x="7211568" y="162433"/>
                    <a:pt x="7222617" y="178943"/>
                    <a:pt x="7230364" y="197612"/>
                  </a:cubicBezTo>
                  <a:cubicBezTo>
                    <a:pt x="7238111" y="216281"/>
                    <a:pt x="7241921" y="235712"/>
                    <a:pt x="7241921" y="255905"/>
                  </a:cubicBezTo>
                  <a:lnTo>
                    <a:pt x="7241921" y="4929505"/>
                  </a:lnTo>
                  <a:cubicBezTo>
                    <a:pt x="7241921" y="4949698"/>
                    <a:pt x="7238111" y="4969129"/>
                    <a:pt x="7230364" y="4987798"/>
                  </a:cubicBezTo>
                  <a:cubicBezTo>
                    <a:pt x="7222617" y="5006467"/>
                    <a:pt x="7211568" y="5022977"/>
                    <a:pt x="7197344" y="5037201"/>
                  </a:cubicBezTo>
                  <a:cubicBezTo>
                    <a:pt x="7183120" y="5051425"/>
                    <a:pt x="7166610" y="5062474"/>
                    <a:pt x="7147941" y="5070221"/>
                  </a:cubicBezTo>
                  <a:cubicBezTo>
                    <a:pt x="7129272" y="5077968"/>
                    <a:pt x="7109841" y="5081778"/>
                    <a:pt x="7089648" y="5081778"/>
                  </a:cubicBezTo>
                  <a:lnTo>
                    <a:pt x="384048" y="5081778"/>
                  </a:lnTo>
                  <a:cubicBezTo>
                    <a:pt x="363855" y="5081778"/>
                    <a:pt x="344424" y="5077968"/>
                    <a:pt x="325755" y="5070221"/>
                  </a:cubicBezTo>
                  <a:cubicBezTo>
                    <a:pt x="307086" y="5062474"/>
                    <a:pt x="290576" y="5051425"/>
                    <a:pt x="276352" y="5037201"/>
                  </a:cubicBezTo>
                  <a:cubicBezTo>
                    <a:pt x="262128" y="5022977"/>
                    <a:pt x="251079" y="5006467"/>
                    <a:pt x="243332" y="4987798"/>
                  </a:cubicBezTo>
                  <a:cubicBezTo>
                    <a:pt x="235585" y="4969129"/>
                    <a:pt x="231775" y="4949698"/>
                    <a:pt x="231775" y="4929505"/>
                  </a:cubicBezTo>
                  <a:lnTo>
                    <a:pt x="231775" y="255905"/>
                  </a:lnTo>
                  <a:cubicBezTo>
                    <a:pt x="231775" y="235712"/>
                    <a:pt x="235585" y="216281"/>
                    <a:pt x="243332" y="197612"/>
                  </a:cubicBezTo>
                  <a:cubicBezTo>
                    <a:pt x="251079" y="178943"/>
                    <a:pt x="262128" y="162433"/>
                    <a:pt x="276352" y="148209"/>
                  </a:cubicBezTo>
                  <a:cubicBezTo>
                    <a:pt x="290576" y="133985"/>
                    <a:pt x="307086" y="122936"/>
                    <a:pt x="325755" y="115189"/>
                  </a:cubicBezTo>
                  <a:cubicBezTo>
                    <a:pt x="344424" y="107442"/>
                    <a:pt x="363855" y="103632"/>
                    <a:pt x="384048" y="103632"/>
                  </a:cubicBezTo>
                  <a:close/>
                  <a:moveTo>
                    <a:pt x="0" y="0"/>
                  </a:moveTo>
                  <a:lnTo>
                    <a:pt x="0" y="5437632"/>
                  </a:lnTo>
                  <a:lnTo>
                    <a:pt x="7473696" y="5437632"/>
                  </a:lnTo>
                  <a:lnTo>
                    <a:pt x="7473696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558541" y="2235941"/>
            <a:ext cx="8598395" cy="6307825"/>
          </a:xfrm>
          <a:custGeom>
            <a:avLst/>
            <a:gdLst/>
            <a:ahLst/>
            <a:cxnLst/>
            <a:rect r="r" b="b" t="t" l="l"/>
            <a:pathLst>
              <a:path h="6307825" w="8598395">
                <a:moveTo>
                  <a:pt x="0" y="0"/>
                </a:moveTo>
                <a:lnTo>
                  <a:pt x="8598394" y="0"/>
                </a:lnTo>
                <a:lnTo>
                  <a:pt x="8598394" y="6307825"/>
                </a:lnTo>
                <a:lnTo>
                  <a:pt x="0" y="63078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9422883" y="2440924"/>
            <a:ext cx="8014708" cy="5728710"/>
            <a:chOff x="0" y="0"/>
            <a:chExt cx="7124192" cy="50921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124192" cy="5092192"/>
            </a:xfrm>
            <a:custGeom>
              <a:avLst/>
              <a:gdLst/>
              <a:ahLst/>
              <a:cxnLst/>
              <a:rect r="r" b="b" t="t" l="l"/>
              <a:pathLst>
                <a:path h="5092192" w="7124192">
                  <a:moveTo>
                    <a:pt x="6914896" y="6096"/>
                  </a:moveTo>
                  <a:cubicBezTo>
                    <a:pt x="6935089" y="6096"/>
                    <a:pt x="6954520" y="9906"/>
                    <a:pt x="6973189" y="17653"/>
                  </a:cubicBezTo>
                  <a:cubicBezTo>
                    <a:pt x="6991858" y="25400"/>
                    <a:pt x="7008368" y="36449"/>
                    <a:pt x="7022592" y="50673"/>
                  </a:cubicBezTo>
                  <a:cubicBezTo>
                    <a:pt x="7036815" y="64897"/>
                    <a:pt x="7047864" y="81407"/>
                    <a:pt x="7055612" y="100076"/>
                  </a:cubicBezTo>
                  <a:cubicBezTo>
                    <a:pt x="7063359" y="118745"/>
                    <a:pt x="7067169" y="138176"/>
                    <a:pt x="7067169" y="158369"/>
                  </a:cubicBezTo>
                  <a:lnTo>
                    <a:pt x="7067169" y="4831969"/>
                  </a:lnTo>
                  <a:cubicBezTo>
                    <a:pt x="7067169" y="4852162"/>
                    <a:pt x="7063359" y="4871593"/>
                    <a:pt x="7055612" y="4890262"/>
                  </a:cubicBezTo>
                  <a:cubicBezTo>
                    <a:pt x="7047864" y="4908931"/>
                    <a:pt x="7036815" y="4925441"/>
                    <a:pt x="7022592" y="4939665"/>
                  </a:cubicBezTo>
                  <a:cubicBezTo>
                    <a:pt x="7008368" y="4953889"/>
                    <a:pt x="6991858" y="4964938"/>
                    <a:pt x="6973189" y="4972685"/>
                  </a:cubicBezTo>
                  <a:cubicBezTo>
                    <a:pt x="6954520" y="4980432"/>
                    <a:pt x="6935089" y="4984242"/>
                    <a:pt x="6914896" y="4984242"/>
                  </a:cubicBezTo>
                  <a:lnTo>
                    <a:pt x="209296" y="4984242"/>
                  </a:lnTo>
                  <a:cubicBezTo>
                    <a:pt x="189103" y="4984242"/>
                    <a:pt x="169672" y="4980432"/>
                    <a:pt x="151003" y="4972685"/>
                  </a:cubicBezTo>
                  <a:cubicBezTo>
                    <a:pt x="132334" y="4964938"/>
                    <a:pt x="115824" y="4953889"/>
                    <a:pt x="101600" y="4939665"/>
                  </a:cubicBezTo>
                  <a:cubicBezTo>
                    <a:pt x="87376" y="4925441"/>
                    <a:pt x="76327" y="4908931"/>
                    <a:pt x="68580" y="4890262"/>
                  </a:cubicBezTo>
                  <a:cubicBezTo>
                    <a:pt x="60833" y="4871593"/>
                    <a:pt x="57023" y="4852162"/>
                    <a:pt x="57023" y="4831969"/>
                  </a:cubicBezTo>
                  <a:lnTo>
                    <a:pt x="57023" y="158369"/>
                  </a:lnTo>
                  <a:cubicBezTo>
                    <a:pt x="57023" y="138176"/>
                    <a:pt x="60833" y="118745"/>
                    <a:pt x="68580" y="100076"/>
                  </a:cubicBezTo>
                  <a:cubicBezTo>
                    <a:pt x="76327" y="81407"/>
                    <a:pt x="87376" y="64897"/>
                    <a:pt x="101600" y="50673"/>
                  </a:cubicBezTo>
                  <a:cubicBezTo>
                    <a:pt x="115824" y="36449"/>
                    <a:pt x="132334" y="25400"/>
                    <a:pt x="151003" y="17653"/>
                  </a:cubicBezTo>
                  <a:cubicBezTo>
                    <a:pt x="169672" y="9906"/>
                    <a:pt x="189103" y="6096"/>
                    <a:pt x="209296" y="6096"/>
                  </a:cubicBezTo>
                  <a:close/>
                  <a:moveTo>
                    <a:pt x="0" y="0"/>
                  </a:moveTo>
                  <a:lnTo>
                    <a:pt x="0" y="5092192"/>
                  </a:lnTo>
                  <a:lnTo>
                    <a:pt x="7124192" y="5092192"/>
                  </a:lnTo>
                  <a:lnTo>
                    <a:pt x="7124192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9422883" y="2440924"/>
            <a:ext cx="8014708" cy="5728710"/>
            <a:chOff x="0" y="0"/>
            <a:chExt cx="5343144" cy="381914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343144" cy="3819144"/>
            </a:xfrm>
            <a:custGeom>
              <a:avLst/>
              <a:gdLst/>
              <a:ahLst/>
              <a:cxnLst/>
              <a:rect r="r" b="b" t="t" l="l"/>
              <a:pathLst>
                <a:path h="3819144" w="5343144">
                  <a:moveTo>
                    <a:pt x="0" y="0"/>
                  </a:moveTo>
                  <a:lnTo>
                    <a:pt x="5343144" y="0"/>
                  </a:lnTo>
                  <a:lnTo>
                    <a:pt x="5343144" y="3819144"/>
                  </a:lnTo>
                  <a:lnTo>
                    <a:pt x="0" y="3819144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226287" y="2331196"/>
            <a:ext cx="8407900" cy="6117330"/>
            <a:chOff x="0" y="0"/>
            <a:chExt cx="7473696" cy="54376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473696" cy="5437632"/>
            </a:xfrm>
            <a:custGeom>
              <a:avLst/>
              <a:gdLst/>
              <a:ahLst/>
              <a:cxnLst/>
              <a:rect r="r" b="b" t="t" l="l"/>
              <a:pathLst>
                <a:path h="5437632" w="7473696">
                  <a:moveTo>
                    <a:pt x="7089648" y="103632"/>
                  </a:moveTo>
                  <a:cubicBezTo>
                    <a:pt x="7109841" y="103632"/>
                    <a:pt x="7129272" y="107442"/>
                    <a:pt x="7147941" y="115189"/>
                  </a:cubicBezTo>
                  <a:cubicBezTo>
                    <a:pt x="7166610" y="122936"/>
                    <a:pt x="7183120" y="133985"/>
                    <a:pt x="7197344" y="148209"/>
                  </a:cubicBezTo>
                  <a:cubicBezTo>
                    <a:pt x="7211568" y="162433"/>
                    <a:pt x="7222617" y="178943"/>
                    <a:pt x="7230364" y="197612"/>
                  </a:cubicBezTo>
                  <a:cubicBezTo>
                    <a:pt x="7238111" y="216281"/>
                    <a:pt x="7241921" y="235712"/>
                    <a:pt x="7241921" y="255905"/>
                  </a:cubicBezTo>
                  <a:lnTo>
                    <a:pt x="7241921" y="4929505"/>
                  </a:lnTo>
                  <a:cubicBezTo>
                    <a:pt x="7241921" y="4949698"/>
                    <a:pt x="7238111" y="4969129"/>
                    <a:pt x="7230364" y="4987798"/>
                  </a:cubicBezTo>
                  <a:cubicBezTo>
                    <a:pt x="7222617" y="5006467"/>
                    <a:pt x="7211568" y="5022977"/>
                    <a:pt x="7197344" y="5037201"/>
                  </a:cubicBezTo>
                  <a:cubicBezTo>
                    <a:pt x="7183120" y="5051425"/>
                    <a:pt x="7166610" y="5062474"/>
                    <a:pt x="7147941" y="5070221"/>
                  </a:cubicBezTo>
                  <a:cubicBezTo>
                    <a:pt x="7129272" y="5077968"/>
                    <a:pt x="7109841" y="5081778"/>
                    <a:pt x="7089648" y="5081778"/>
                  </a:cubicBezTo>
                  <a:lnTo>
                    <a:pt x="384048" y="5081778"/>
                  </a:lnTo>
                  <a:cubicBezTo>
                    <a:pt x="363855" y="5081778"/>
                    <a:pt x="344424" y="5077968"/>
                    <a:pt x="325755" y="5070221"/>
                  </a:cubicBezTo>
                  <a:cubicBezTo>
                    <a:pt x="307086" y="5062474"/>
                    <a:pt x="290576" y="5051425"/>
                    <a:pt x="276352" y="5037201"/>
                  </a:cubicBezTo>
                  <a:cubicBezTo>
                    <a:pt x="262128" y="5022977"/>
                    <a:pt x="251079" y="5006467"/>
                    <a:pt x="243332" y="4987798"/>
                  </a:cubicBezTo>
                  <a:cubicBezTo>
                    <a:pt x="235585" y="4969129"/>
                    <a:pt x="231775" y="4949698"/>
                    <a:pt x="231775" y="4929505"/>
                  </a:cubicBezTo>
                  <a:lnTo>
                    <a:pt x="231775" y="255905"/>
                  </a:lnTo>
                  <a:cubicBezTo>
                    <a:pt x="231775" y="235712"/>
                    <a:pt x="235585" y="216281"/>
                    <a:pt x="243332" y="197612"/>
                  </a:cubicBezTo>
                  <a:cubicBezTo>
                    <a:pt x="251079" y="178943"/>
                    <a:pt x="262128" y="162433"/>
                    <a:pt x="276352" y="148209"/>
                  </a:cubicBezTo>
                  <a:cubicBezTo>
                    <a:pt x="290576" y="133985"/>
                    <a:pt x="307086" y="122936"/>
                    <a:pt x="325755" y="115189"/>
                  </a:cubicBezTo>
                  <a:cubicBezTo>
                    <a:pt x="344424" y="107442"/>
                    <a:pt x="363855" y="103632"/>
                    <a:pt x="384048" y="103632"/>
                  </a:cubicBezTo>
                  <a:close/>
                  <a:moveTo>
                    <a:pt x="0" y="0"/>
                  </a:moveTo>
                  <a:lnTo>
                    <a:pt x="0" y="5437632"/>
                  </a:lnTo>
                  <a:lnTo>
                    <a:pt x="7473696" y="5437632"/>
                  </a:lnTo>
                  <a:lnTo>
                    <a:pt x="7473696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819144" y="8639021"/>
            <a:ext cx="16649679" cy="1819268"/>
          </a:xfrm>
          <a:custGeom>
            <a:avLst/>
            <a:gdLst/>
            <a:ahLst/>
            <a:cxnLst/>
            <a:rect r="r" b="b" t="t" l="l"/>
            <a:pathLst>
              <a:path h="1819268" w="16649679">
                <a:moveTo>
                  <a:pt x="0" y="0"/>
                </a:moveTo>
                <a:lnTo>
                  <a:pt x="16649679" y="0"/>
                </a:lnTo>
                <a:lnTo>
                  <a:pt x="16649679" y="1819268"/>
                </a:lnTo>
                <a:lnTo>
                  <a:pt x="0" y="18192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131032" y="2235941"/>
            <a:ext cx="8598395" cy="6307825"/>
          </a:xfrm>
          <a:custGeom>
            <a:avLst/>
            <a:gdLst/>
            <a:ahLst/>
            <a:cxnLst/>
            <a:rect r="r" b="b" t="t" l="l"/>
            <a:pathLst>
              <a:path h="6307825" w="8598395">
                <a:moveTo>
                  <a:pt x="0" y="0"/>
                </a:moveTo>
                <a:lnTo>
                  <a:pt x="8598395" y="0"/>
                </a:lnTo>
                <a:lnTo>
                  <a:pt x="8598395" y="6307825"/>
                </a:lnTo>
                <a:lnTo>
                  <a:pt x="0" y="63078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628773" y="3019281"/>
            <a:ext cx="291465" cy="385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4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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01265" y="3019281"/>
            <a:ext cx="291465" cy="385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4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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343148" y="3022053"/>
            <a:ext cx="2001963" cy="415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Key Results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915639" y="3022053"/>
            <a:ext cx="2862555" cy="415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Future Approach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14498" y="3940290"/>
            <a:ext cx="6469259" cy="686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4"/>
              </a:lnSpc>
            </a:pPr>
            <a:r>
              <a:rPr lang="en-US" sz="1799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Successfully implemented the proposed methodology with measurable outcomes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714498" y="4768965"/>
            <a:ext cx="5737754" cy="829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1799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Achieved significant improvements in efficiency and</a:t>
            </a:r>
          </a:p>
          <a:p>
            <a:pPr algn="l">
              <a:lnSpc>
                <a:spcPts val="1349"/>
              </a:lnSpc>
            </a:pPr>
            <a:r>
              <a:rPr lang="en-US" sz="1799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accuracy metrics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714498" y="5740514"/>
            <a:ext cx="5273797" cy="829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1799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Validated theoretical concepts through practical</a:t>
            </a:r>
          </a:p>
          <a:p>
            <a:pPr algn="l">
              <a:lnSpc>
                <a:spcPts val="1349"/>
              </a:lnSpc>
            </a:pPr>
            <a:r>
              <a:rPr lang="en-US" sz="1799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implementation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714498" y="6712063"/>
            <a:ext cx="5757800" cy="458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1799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Generated valuable insights for the research domain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286990" y="3940290"/>
            <a:ext cx="5800948" cy="686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4"/>
              </a:lnSpc>
            </a:pPr>
            <a:r>
              <a:rPr lang="en-US" sz="1799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Expand the scope to include additional variables and parameters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286990" y="4768965"/>
            <a:ext cx="6529838" cy="829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1799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Implement advanced optimization techniques for enhanced</a:t>
            </a:r>
          </a:p>
          <a:p>
            <a:pPr algn="l">
              <a:lnSpc>
                <a:spcPts val="1349"/>
              </a:lnSpc>
            </a:pPr>
            <a:r>
              <a:rPr lang="en-US" sz="1799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per</a:t>
            </a:r>
            <a:r>
              <a:rPr lang="en-US" sz="1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99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for</a:t>
            </a:r>
            <a:r>
              <a:rPr lang="en-US" sz="1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99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mance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286990" y="5740514"/>
            <a:ext cx="5494681" cy="829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1799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Conduct longitudinal studies to validate long-term</a:t>
            </a:r>
          </a:p>
          <a:p>
            <a:pPr algn="l">
              <a:lnSpc>
                <a:spcPts val="1349"/>
              </a:lnSpc>
            </a:pPr>
            <a:r>
              <a:rPr lang="en-US" sz="1799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effectiveness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286990" y="6712063"/>
            <a:ext cx="5657030" cy="829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1799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Explore integration with emerging technologies and</a:t>
            </a:r>
          </a:p>
          <a:p>
            <a:pPr algn="l">
              <a:lnSpc>
                <a:spcPts val="1349"/>
              </a:lnSpc>
            </a:pPr>
            <a:r>
              <a:rPr lang="en-US" sz="1799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methodologies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562428" y="9108060"/>
            <a:ext cx="5266096" cy="855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49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Project Impact</a:t>
            </a:r>
          </a:p>
          <a:p>
            <a:pPr algn="ctr">
              <a:lnSpc>
                <a:spcPts val="2834"/>
              </a:lnSpc>
            </a:pPr>
            <a:r>
              <a:rPr lang="en-US" sz="2024">
                <a:solidFill>
                  <a:srgbClr val="1D4ED8"/>
                </a:solidFill>
                <a:latin typeface="Inter"/>
                <a:ea typeface="Inter"/>
                <a:cs typeface="Inter"/>
                <a:sym typeface="Inter"/>
              </a:rPr>
              <a:t>Advancing Knowledge Through Innovation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032578" y="830052"/>
            <a:ext cx="4325796" cy="934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b="true" sz="5399">
                <a:solidFill>
                  <a:srgbClr val="1F2937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Conclusion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913729" y="0"/>
            <a:ext cx="16460953" cy="11149724"/>
            <a:chOff x="0" y="0"/>
            <a:chExt cx="12192000" cy="82581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92000" cy="8258175"/>
            </a:xfrm>
            <a:custGeom>
              <a:avLst/>
              <a:gdLst/>
              <a:ahLst/>
              <a:cxnLst/>
              <a:rect r="r" b="b" t="t" l="l"/>
              <a:pathLst>
                <a:path h="8258175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8258175"/>
                  </a:lnTo>
                  <a:lnTo>
                    <a:pt x="0" y="825817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8526920" y="1581795"/>
            <a:ext cx="1234571" cy="51440"/>
          </a:xfrm>
          <a:custGeom>
            <a:avLst/>
            <a:gdLst/>
            <a:ahLst/>
            <a:cxnLst/>
            <a:rect r="r" b="b" t="t" l="l"/>
            <a:pathLst>
              <a:path h="51440" w="1234571">
                <a:moveTo>
                  <a:pt x="0" y="0"/>
                </a:moveTo>
                <a:lnTo>
                  <a:pt x="1234571" y="0"/>
                </a:lnTo>
                <a:lnTo>
                  <a:pt x="1234571" y="51440"/>
                </a:lnTo>
                <a:lnTo>
                  <a:pt x="0" y="514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79164" y="2242805"/>
            <a:ext cx="7316894" cy="4489725"/>
            <a:chOff x="0" y="0"/>
            <a:chExt cx="7225792" cy="44338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225792" cy="4433824"/>
            </a:xfrm>
            <a:custGeom>
              <a:avLst/>
              <a:gdLst/>
              <a:ahLst/>
              <a:cxnLst/>
              <a:rect r="r" b="b" t="t" l="l"/>
              <a:pathLst>
                <a:path h="4433824" w="7225792">
                  <a:moveTo>
                    <a:pt x="7016496" y="20320"/>
                  </a:moveTo>
                  <a:cubicBezTo>
                    <a:pt x="7035038" y="20320"/>
                    <a:pt x="7052818" y="23876"/>
                    <a:pt x="7069963" y="30988"/>
                  </a:cubicBezTo>
                  <a:cubicBezTo>
                    <a:pt x="7087108" y="38100"/>
                    <a:pt x="7102221" y="48133"/>
                    <a:pt x="7115302" y="61214"/>
                  </a:cubicBezTo>
                  <a:cubicBezTo>
                    <a:pt x="7128383" y="74295"/>
                    <a:pt x="7138543" y="89408"/>
                    <a:pt x="7145527" y="106553"/>
                  </a:cubicBezTo>
                  <a:cubicBezTo>
                    <a:pt x="7152513" y="123698"/>
                    <a:pt x="7156196" y="141478"/>
                    <a:pt x="7156196" y="160020"/>
                  </a:cubicBezTo>
                  <a:lnTo>
                    <a:pt x="7156196" y="4173220"/>
                  </a:lnTo>
                  <a:cubicBezTo>
                    <a:pt x="7156196" y="4191762"/>
                    <a:pt x="7152639" y="4209542"/>
                    <a:pt x="7145527" y="4226687"/>
                  </a:cubicBezTo>
                  <a:cubicBezTo>
                    <a:pt x="7138415" y="4243832"/>
                    <a:pt x="7128383" y="4258945"/>
                    <a:pt x="7115302" y="4272026"/>
                  </a:cubicBezTo>
                  <a:cubicBezTo>
                    <a:pt x="7102221" y="4285107"/>
                    <a:pt x="7087108" y="4295267"/>
                    <a:pt x="7069963" y="4302252"/>
                  </a:cubicBezTo>
                  <a:cubicBezTo>
                    <a:pt x="7052818" y="4309237"/>
                    <a:pt x="7035038" y="4312920"/>
                    <a:pt x="7016496" y="4312920"/>
                  </a:cubicBezTo>
                  <a:lnTo>
                    <a:pt x="209296" y="4312920"/>
                  </a:lnTo>
                  <a:cubicBezTo>
                    <a:pt x="190754" y="4312920"/>
                    <a:pt x="172974" y="4309364"/>
                    <a:pt x="155829" y="4302252"/>
                  </a:cubicBezTo>
                  <a:cubicBezTo>
                    <a:pt x="138684" y="4295140"/>
                    <a:pt x="123571" y="4285107"/>
                    <a:pt x="110490" y="4272026"/>
                  </a:cubicBezTo>
                  <a:cubicBezTo>
                    <a:pt x="97409" y="4258945"/>
                    <a:pt x="87249" y="4243832"/>
                    <a:pt x="80264" y="4226687"/>
                  </a:cubicBezTo>
                  <a:cubicBezTo>
                    <a:pt x="73279" y="4209542"/>
                    <a:pt x="69596" y="4191762"/>
                    <a:pt x="69596" y="4173220"/>
                  </a:cubicBezTo>
                  <a:lnTo>
                    <a:pt x="69596" y="160020"/>
                  </a:lnTo>
                  <a:cubicBezTo>
                    <a:pt x="69596" y="141478"/>
                    <a:pt x="73152" y="123698"/>
                    <a:pt x="80264" y="106553"/>
                  </a:cubicBezTo>
                  <a:cubicBezTo>
                    <a:pt x="87376" y="89408"/>
                    <a:pt x="97409" y="74295"/>
                    <a:pt x="110490" y="61214"/>
                  </a:cubicBezTo>
                  <a:cubicBezTo>
                    <a:pt x="123571" y="48133"/>
                    <a:pt x="138684" y="38100"/>
                    <a:pt x="155829" y="30988"/>
                  </a:cubicBezTo>
                  <a:cubicBezTo>
                    <a:pt x="172974" y="23876"/>
                    <a:pt x="190754" y="20320"/>
                    <a:pt x="209296" y="20320"/>
                  </a:cubicBezTo>
                  <a:close/>
                  <a:moveTo>
                    <a:pt x="0" y="0"/>
                  </a:moveTo>
                  <a:lnTo>
                    <a:pt x="0" y="4433824"/>
                  </a:lnTo>
                  <a:lnTo>
                    <a:pt x="7225792" y="4433824"/>
                  </a:lnTo>
                  <a:lnTo>
                    <a:pt x="7225792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679164" y="2242805"/>
            <a:ext cx="7316894" cy="4489725"/>
            <a:chOff x="0" y="0"/>
            <a:chExt cx="5419344" cy="33253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419344" cy="3325368"/>
            </a:xfrm>
            <a:custGeom>
              <a:avLst/>
              <a:gdLst/>
              <a:ahLst/>
              <a:cxnLst/>
              <a:rect r="r" b="b" t="t" l="l"/>
              <a:pathLst>
                <a:path h="3325368" w="5419344">
                  <a:moveTo>
                    <a:pt x="0" y="0"/>
                  </a:moveTo>
                  <a:lnTo>
                    <a:pt x="5419344" y="0"/>
                  </a:lnTo>
                  <a:lnTo>
                    <a:pt x="5419344" y="3325368"/>
                  </a:lnTo>
                  <a:lnTo>
                    <a:pt x="0" y="332536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502208" y="2148154"/>
            <a:ext cx="7670804" cy="4835405"/>
            <a:chOff x="0" y="0"/>
            <a:chExt cx="7575296" cy="4775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575296" cy="4775200"/>
            </a:xfrm>
            <a:custGeom>
              <a:avLst/>
              <a:gdLst/>
              <a:ahLst/>
              <a:cxnLst/>
              <a:rect r="r" b="b" t="t" l="l"/>
              <a:pathLst>
                <a:path h="4775200" w="7575296">
                  <a:moveTo>
                    <a:pt x="7191248" y="113792"/>
                  </a:moveTo>
                  <a:cubicBezTo>
                    <a:pt x="7209790" y="113792"/>
                    <a:pt x="7227570" y="117348"/>
                    <a:pt x="7244715" y="124460"/>
                  </a:cubicBezTo>
                  <a:cubicBezTo>
                    <a:pt x="7261860" y="131572"/>
                    <a:pt x="7276973" y="141605"/>
                    <a:pt x="7290054" y="154686"/>
                  </a:cubicBezTo>
                  <a:cubicBezTo>
                    <a:pt x="7303135" y="167767"/>
                    <a:pt x="7313295" y="182880"/>
                    <a:pt x="7320280" y="200025"/>
                  </a:cubicBezTo>
                  <a:cubicBezTo>
                    <a:pt x="7327265" y="217170"/>
                    <a:pt x="7330948" y="234950"/>
                    <a:pt x="7330948" y="253492"/>
                  </a:cubicBezTo>
                  <a:lnTo>
                    <a:pt x="7330948" y="4266692"/>
                  </a:lnTo>
                  <a:cubicBezTo>
                    <a:pt x="7330948" y="4285234"/>
                    <a:pt x="7327392" y="4303014"/>
                    <a:pt x="7320280" y="4320159"/>
                  </a:cubicBezTo>
                  <a:cubicBezTo>
                    <a:pt x="7313168" y="4337304"/>
                    <a:pt x="7303135" y="4352417"/>
                    <a:pt x="7290054" y="4365498"/>
                  </a:cubicBezTo>
                  <a:cubicBezTo>
                    <a:pt x="7276973" y="4378579"/>
                    <a:pt x="7261860" y="4388739"/>
                    <a:pt x="7244715" y="4395724"/>
                  </a:cubicBezTo>
                  <a:cubicBezTo>
                    <a:pt x="7227570" y="4402709"/>
                    <a:pt x="7209790" y="4406392"/>
                    <a:pt x="7191248" y="4406392"/>
                  </a:cubicBezTo>
                  <a:lnTo>
                    <a:pt x="384048" y="4406392"/>
                  </a:lnTo>
                  <a:cubicBezTo>
                    <a:pt x="365506" y="4406392"/>
                    <a:pt x="347726" y="4402836"/>
                    <a:pt x="330581" y="4395724"/>
                  </a:cubicBezTo>
                  <a:cubicBezTo>
                    <a:pt x="313436" y="4388612"/>
                    <a:pt x="298323" y="4378579"/>
                    <a:pt x="285242" y="4365498"/>
                  </a:cubicBezTo>
                  <a:cubicBezTo>
                    <a:pt x="272161" y="4352417"/>
                    <a:pt x="262001" y="4337304"/>
                    <a:pt x="255016" y="4320159"/>
                  </a:cubicBezTo>
                  <a:cubicBezTo>
                    <a:pt x="248031" y="4303014"/>
                    <a:pt x="244348" y="4285234"/>
                    <a:pt x="244348" y="4266692"/>
                  </a:cubicBezTo>
                  <a:lnTo>
                    <a:pt x="244348" y="253492"/>
                  </a:lnTo>
                  <a:cubicBezTo>
                    <a:pt x="244348" y="234950"/>
                    <a:pt x="247904" y="217170"/>
                    <a:pt x="255016" y="200025"/>
                  </a:cubicBezTo>
                  <a:cubicBezTo>
                    <a:pt x="262128" y="182880"/>
                    <a:pt x="272161" y="167767"/>
                    <a:pt x="285242" y="154686"/>
                  </a:cubicBezTo>
                  <a:cubicBezTo>
                    <a:pt x="298323" y="141605"/>
                    <a:pt x="313436" y="131445"/>
                    <a:pt x="330581" y="124460"/>
                  </a:cubicBezTo>
                  <a:cubicBezTo>
                    <a:pt x="347726" y="117475"/>
                    <a:pt x="365506" y="113792"/>
                    <a:pt x="384048" y="113792"/>
                  </a:cubicBezTo>
                  <a:close/>
                  <a:moveTo>
                    <a:pt x="0" y="0"/>
                  </a:moveTo>
                  <a:lnTo>
                    <a:pt x="0" y="4775200"/>
                  </a:lnTo>
                  <a:lnTo>
                    <a:pt x="7575296" y="4775200"/>
                  </a:lnTo>
                  <a:lnTo>
                    <a:pt x="7575296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416470" y="2062416"/>
            <a:ext cx="7842268" cy="5006869"/>
            <a:chOff x="0" y="0"/>
            <a:chExt cx="5808472" cy="3708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3500" y="63500"/>
              <a:ext cx="5681472" cy="3581400"/>
            </a:xfrm>
            <a:custGeom>
              <a:avLst/>
              <a:gdLst/>
              <a:ahLst/>
              <a:cxnLst/>
              <a:rect r="r" b="b" t="t" l="l"/>
              <a:pathLst>
                <a:path h="3581400" w="5681472">
                  <a:moveTo>
                    <a:pt x="0" y="0"/>
                  </a:moveTo>
                  <a:lnTo>
                    <a:pt x="5681472" y="0"/>
                  </a:lnTo>
                  <a:lnTo>
                    <a:pt x="5681472" y="3581400"/>
                  </a:lnTo>
                  <a:lnTo>
                    <a:pt x="0" y="3581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46761" y="148717"/>
              <a:ext cx="5315204" cy="3219704"/>
            </a:xfrm>
            <a:custGeom>
              <a:avLst/>
              <a:gdLst/>
              <a:ahLst/>
              <a:cxnLst/>
              <a:rect r="r" b="b" t="t" l="l"/>
              <a:pathLst>
                <a:path h="3219704" w="5315204">
                  <a:moveTo>
                    <a:pt x="0" y="3114802"/>
                  </a:moveTo>
                  <a:lnTo>
                    <a:pt x="0" y="104902"/>
                  </a:lnTo>
                  <a:cubicBezTo>
                    <a:pt x="0" y="98044"/>
                    <a:pt x="635" y="91186"/>
                    <a:pt x="2032" y="84455"/>
                  </a:cubicBezTo>
                  <a:cubicBezTo>
                    <a:pt x="3429" y="77724"/>
                    <a:pt x="5334" y="71120"/>
                    <a:pt x="8001" y="64770"/>
                  </a:cubicBezTo>
                  <a:cubicBezTo>
                    <a:pt x="10668" y="58420"/>
                    <a:pt x="13843" y="52324"/>
                    <a:pt x="17653" y="46609"/>
                  </a:cubicBezTo>
                  <a:cubicBezTo>
                    <a:pt x="21463" y="40894"/>
                    <a:pt x="25781" y="35560"/>
                    <a:pt x="30734" y="30734"/>
                  </a:cubicBezTo>
                  <a:cubicBezTo>
                    <a:pt x="35687" y="25908"/>
                    <a:pt x="40894" y="21463"/>
                    <a:pt x="46609" y="17653"/>
                  </a:cubicBezTo>
                  <a:cubicBezTo>
                    <a:pt x="52324" y="13843"/>
                    <a:pt x="58420" y="10541"/>
                    <a:pt x="64770" y="8001"/>
                  </a:cubicBezTo>
                  <a:cubicBezTo>
                    <a:pt x="71120" y="5461"/>
                    <a:pt x="77724" y="3429"/>
                    <a:pt x="84455" y="2032"/>
                  </a:cubicBezTo>
                  <a:cubicBezTo>
                    <a:pt x="91186" y="635"/>
                    <a:pt x="98044" y="0"/>
                    <a:pt x="104902" y="0"/>
                  </a:cubicBezTo>
                  <a:lnTo>
                    <a:pt x="5210302" y="0"/>
                  </a:lnTo>
                  <a:cubicBezTo>
                    <a:pt x="5217160" y="0"/>
                    <a:pt x="5224018" y="635"/>
                    <a:pt x="5230749" y="2032"/>
                  </a:cubicBezTo>
                  <a:cubicBezTo>
                    <a:pt x="5237480" y="3429"/>
                    <a:pt x="5244084" y="5334"/>
                    <a:pt x="5250434" y="8001"/>
                  </a:cubicBezTo>
                  <a:cubicBezTo>
                    <a:pt x="5256784" y="10668"/>
                    <a:pt x="5262880" y="13843"/>
                    <a:pt x="5268595" y="17653"/>
                  </a:cubicBezTo>
                  <a:cubicBezTo>
                    <a:pt x="5274309" y="21463"/>
                    <a:pt x="5279644" y="25781"/>
                    <a:pt x="5284470" y="30734"/>
                  </a:cubicBezTo>
                  <a:cubicBezTo>
                    <a:pt x="5289296" y="35687"/>
                    <a:pt x="5293614" y="40894"/>
                    <a:pt x="5297551" y="46609"/>
                  </a:cubicBezTo>
                  <a:cubicBezTo>
                    <a:pt x="5301488" y="52324"/>
                    <a:pt x="5304663" y="58420"/>
                    <a:pt x="5307203" y="64770"/>
                  </a:cubicBezTo>
                  <a:cubicBezTo>
                    <a:pt x="5309743" y="71120"/>
                    <a:pt x="5311775" y="77724"/>
                    <a:pt x="5313172" y="84455"/>
                  </a:cubicBezTo>
                  <a:cubicBezTo>
                    <a:pt x="5314569" y="91186"/>
                    <a:pt x="5315204" y="98044"/>
                    <a:pt x="5315204" y="104902"/>
                  </a:cubicBezTo>
                  <a:lnTo>
                    <a:pt x="5315204" y="3114802"/>
                  </a:lnTo>
                  <a:cubicBezTo>
                    <a:pt x="5315204" y="3121660"/>
                    <a:pt x="5314569" y="3128518"/>
                    <a:pt x="5313172" y="3135249"/>
                  </a:cubicBezTo>
                  <a:cubicBezTo>
                    <a:pt x="5311775" y="3141980"/>
                    <a:pt x="5309870" y="3148584"/>
                    <a:pt x="5307203" y="3154934"/>
                  </a:cubicBezTo>
                  <a:cubicBezTo>
                    <a:pt x="5304536" y="3161284"/>
                    <a:pt x="5301361" y="3167380"/>
                    <a:pt x="5297551" y="3173095"/>
                  </a:cubicBezTo>
                  <a:cubicBezTo>
                    <a:pt x="5293740" y="3178809"/>
                    <a:pt x="5289422" y="3184144"/>
                    <a:pt x="5284470" y="3188970"/>
                  </a:cubicBezTo>
                  <a:cubicBezTo>
                    <a:pt x="5279517" y="3193796"/>
                    <a:pt x="5274310" y="3198241"/>
                    <a:pt x="5268595" y="3202051"/>
                  </a:cubicBezTo>
                  <a:cubicBezTo>
                    <a:pt x="5262879" y="3205860"/>
                    <a:pt x="5256784" y="3209163"/>
                    <a:pt x="5250434" y="3211703"/>
                  </a:cubicBezTo>
                  <a:cubicBezTo>
                    <a:pt x="5244084" y="3214243"/>
                    <a:pt x="5237480" y="3216275"/>
                    <a:pt x="5230749" y="3217672"/>
                  </a:cubicBezTo>
                  <a:cubicBezTo>
                    <a:pt x="5224018" y="3219069"/>
                    <a:pt x="5217160" y="3219704"/>
                    <a:pt x="5210302" y="3219704"/>
                  </a:cubicBezTo>
                  <a:lnTo>
                    <a:pt x="104902" y="3219704"/>
                  </a:lnTo>
                  <a:cubicBezTo>
                    <a:pt x="98044" y="3219704"/>
                    <a:pt x="91186" y="3219069"/>
                    <a:pt x="84455" y="3217672"/>
                  </a:cubicBezTo>
                  <a:cubicBezTo>
                    <a:pt x="77724" y="3216275"/>
                    <a:pt x="71120" y="3214370"/>
                    <a:pt x="64770" y="3211703"/>
                  </a:cubicBezTo>
                  <a:cubicBezTo>
                    <a:pt x="58420" y="3209036"/>
                    <a:pt x="52324" y="3205861"/>
                    <a:pt x="46609" y="3202051"/>
                  </a:cubicBezTo>
                  <a:cubicBezTo>
                    <a:pt x="40894" y="3198240"/>
                    <a:pt x="35560" y="3193922"/>
                    <a:pt x="30734" y="3188970"/>
                  </a:cubicBezTo>
                  <a:cubicBezTo>
                    <a:pt x="25908" y="3184017"/>
                    <a:pt x="21463" y="3178810"/>
                    <a:pt x="17653" y="3173095"/>
                  </a:cubicBezTo>
                  <a:cubicBezTo>
                    <a:pt x="13843" y="3167379"/>
                    <a:pt x="10541" y="3161284"/>
                    <a:pt x="8001" y="3154934"/>
                  </a:cubicBezTo>
                  <a:cubicBezTo>
                    <a:pt x="5461" y="3148584"/>
                    <a:pt x="3429" y="3141980"/>
                    <a:pt x="2032" y="3135249"/>
                  </a:cubicBezTo>
                  <a:cubicBezTo>
                    <a:pt x="635" y="3128518"/>
                    <a:pt x="0" y="3121660"/>
                    <a:pt x="0" y="311480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37236" y="139319"/>
              <a:ext cx="5334000" cy="3238500"/>
            </a:xfrm>
            <a:custGeom>
              <a:avLst/>
              <a:gdLst/>
              <a:ahLst/>
              <a:cxnLst/>
              <a:rect r="r" b="b" t="t" l="l"/>
              <a:pathLst>
                <a:path h="3238500" w="5334000">
                  <a:moveTo>
                    <a:pt x="0" y="3124200"/>
                  </a:moveTo>
                  <a:lnTo>
                    <a:pt x="0" y="114300"/>
                  </a:lnTo>
                  <a:lnTo>
                    <a:pt x="9525" y="114300"/>
                  </a:lnTo>
                  <a:lnTo>
                    <a:pt x="0" y="114300"/>
                  </a:lnTo>
                  <a:cubicBezTo>
                    <a:pt x="0" y="106807"/>
                    <a:pt x="762" y="99314"/>
                    <a:pt x="2159" y="91948"/>
                  </a:cubicBezTo>
                  <a:lnTo>
                    <a:pt x="11557" y="93853"/>
                  </a:lnTo>
                  <a:lnTo>
                    <a:pt x="2159" y="91948"/>
                  </a:lnTo>
                  <a:cubicBezTo>
                    <a:pt x="3683" y="84582"/>
                    <a:pt x="5842" y="77470"/>
                    <a:pt x="8636" y="70485"/>
                  </a:cubicBezTo>
                  <a:lnTo>
                    <a:pt x="8636" y="70485"/>
                  </a:lnTo>
                  <a:lnTo>
                    <a:pt x="8636" y="70485"/>
                  </a:lnTo>
                  <a:cubicBezTo>
                    <a:pt x="11557" y="63500"/>
                    <a:pt x="14986" y="57023"/>
                    <a:pt x="19177" y="50673"/>
                  </a:cubicBezTo>
                  <a:lnTo>
                    <a:pt x="27051" y="56007"/>
                  </a:lnTo>
                  <a:lnTo>
                    <a:pt x="19177" y="50673"/>
                  </a:lnTo>
                  <a:cubicBezTo>
                    <a:pt x="23368" y="44450"/>
                    <a:pt x="28067" y="38608"/>
                    <a:pt x="33401" y="33401"/>
                  </a:cubicBezTo>
                  <a:lnTo>
                    <a:pt x="40132" y="40132"/>
                  </a:lnTo>
                  <a:lnTo>
                    <a:pt x="33401" y="33401"/>
                  </a:lnTo>
                  <a:cubicBezTo>
                    <a:pt x="38735" y="28067"/>
                    <a:pt x="44450" y="23368"/>
                    <a:pt x="50673" y="19177"/>
                  </a:cubicBezTo>
                  <a:lnTo>
                    <a:pt x="56007" y="27051"/>
                  </a:lnTo>
                  <a:lnTo>
                    <a:pt x="50673" y="19177"/>
                  </a:lnTo>
                  <a:cubicBezTo>
                    <a:pt x="56896" y="14986"/>
                    <a:pt x="63500" y="11430"/>
                    <a:pt x="70485" y="8636"/>
                  </a:cubicBezTo>
                  <a:lnTo>
                    <a:pt x="74168" y="17399"/>
                  </a:lnTo>
                  <a:lnTo>
                    <a:pt x="70485" y="8636"/>
                  </a:lnTo>
                  <a:cubicBezTo>
                    <a:pt x="77470" y="5715"/>
                    <a:pt x="84582" y="3556"/>
                    <a:pt x="91948" y="2159"/>
                  </a:cubicBezTo>
                  <a:lnTo>
                    <a:pt x="91948" y="2159"/>
                  </a:lnTo>
                  <a:lnTo>
                    <a:pt x="91948" y="2159"/>
                  </a:lnTo>
                  <a:cubicBezTo>
                    <a:pt x="99314" y="635"/>
                    <a:pt x="106680" y="0"/>
                    <a:pt x="114300" y="0"/>
                  </a:cubicBezTo>
                  <a:lnTo>
                    <a:pt x="114300" y="9525"/>
                  </a:lnTo>
                  <a:lnTo>
                    <a:pt x="114300" y="0"/>
                  </a:lnTo>
                  <a:lnTo>
                    <a:pt x="5219700" y="0"/>
                  </a:lnTo>
                  <a:lnTo>
                    <a:pt x="5219700" y="9525"/>
                  </a:lnTo>
                  <a:lnTo>
                    <a:pt x="5219700" y="0"/>
                  </a:lnTo>
                  <a:cubicBezTo>
                    <a:pt x="5227193" y="0"/>
                    <a:pt x="5234686" y="762"/>
                    <a:pt x="5242052" y="2159"/>
                  </a:cubicBezTo>
                  <a:lnTo>
                    <a:pt x="5242052" y="2159"/>
                  </a:lnTo>
                  <a:lnTo>
                    <a:pt x="5242052" y="2159"/>
                  </a:lnTo>
                  <a:cubicBezTo>
                    <a:pt x="5249418" y="3683"/>
                    <a:pt x="5256530" y="5842"/>
                    <a:pt x="5263515" y="8636"/>
                  </a:cubicBezTo>
                  <a:lnTo>
                    <a:pt x="5259832" y="17399"/>
                  </a:lnTo>
                  <a:lnTo>
                    <a:pt x="5263515" y="8636"/>
                  </a:lnTo>
                  <a:cubicBezTo>
                    <a:pt x="5270500" y="11557"/>
                    <a:pt x="5276977" y="14986"/>
                    <a:pt x="5283327" y="19177"/>
                  </a:cubicBezTo>
                  <a:lnTo>
                    <a:pt x="5277993" y="27051"/>
                  </a:lnTo>
                  <a:lnTo>
                    <a:pt x="5283327" y="19177"/>
                  </a:lnTo>
                  <a:cubicBezTo>
                    <a:pt x="5289550" y="23368"/>
                    <a:pt x="5295392" y="28067"/>
                    <a:pt x="5300599" y="33401"/>
                  </a:cubicBezTo>
                  <a:lnTo>
                    <a:pt x="5300599" y="33401"/>
                  </a:lnTo>
                  <a:lnTo>
                    <a:pt x="5300599" y="33401"/>
                  </a:lnTo>
                  <a:cubicBezTo>
                    <a:pt x="5305933" y="38735"/>
                    <a:pt x="5310632" y="44450"/>
                    <a:pt x="5314823" y="50673"/>
                  </a:cubicBezTo>
                  <a:lnTo>
                    <a:pt x="5314823" y="50673"/>
                  </a:lnTo>
                  <a:lnTo>
                    <a:pt x="5314823" y="50673"/>
                  </a:lnTo>
                  <a:cubicBezTo>
                    <a:pt x="5319014" y="56896"/>
                    <a:pt x="5322570" y="63500"/>
                    <a:pt x="5325364" y="70485"/>
                  </a:cubicBezTo>
                  <a:lnTo>
                    <a:pt x="5325364" y="70485"/>
                  </a:lnTo>
                  <a:lnTo>
                    <a:pt x="5325364" y="70485"/>
                  </a:lnTo>
                  <a:cubicBezTo>
                    <a:pt x="5328285" y="77470"/>
                    <a:pt x="5330444" y="84582"/>
                    <a:pt x="5331841" y="91948"/>
                  </a:cubicBezTo>
                  <a:lnTo>
                    <a:pt x="5331841" y="91948"/>
                  </a:lnTo>
                  <a:lnTo>
                    <a:pt x="5331841" y="91948"/>
                  </a:lnTo>
                  <a:cubicBezTo>
                    <a:pt x="5333365" y="99314"/>
                    <a:pt x="5334000" y="106680"/>
                    <a:pt x="5334000" y="114300"/>
                  </a:cubicBezTo>
                  <a:lnTo>
                    <a:pt x="5324475" y="114300"/>
                  </a:lnTo>
                  <a:lnTo>
                    <a:pt x="5334000" y="114300"/>
                  </a:lnTo>
                  <a:lnTo>
                    <a:pt x="5334000" y="3124200"/>
                  </a:lnTo>
                  <a:lnTo>
                    <a:pt x="5324475" y="3124200"/>
                  </a:lnTo>
                  <a:lnTo>
                    <a:pt x="5334000" y="3124200"/>
                  </a:lnTo>
                  <a:cubicBezTo>
                    <a:pt x="5334000" y="3131693"/>
                    <a:pt x="5333238" y="3139186"/>
                    <a:pt x="5331841" y="3146552"/>
                  </a:cubicBezTo>
                  <a:lnTo>
                    <a:pt x="5331841" y="3146552"/>
                  </a:lnTo>
                  <a:lnTo>
                    <a:pt x="5331841" y="3146552"/>
                  </a:lnTo>
                  <a:cubicBezTo>
                    <a:pt x="5330317" y="3153918"/>
                    <a:pt x="5328158" y="3161030"/>
                    <a:pt x="5325364" y="3168015"/>
                  </a:cubicBezTo>
                  <a:lnTo>
                    <a:pt x="5325364" y="3168015"/>
                  </a:lnTo>
                  <a:lnTo>
                    <a:pt x="5325364" y="3168015"/>
                  </a:lnTo>
                  <a:cubicBezTo>
                    <a:pt x="5322442" y="3175000"/>
                    <a:pt x="5319014" y="3181477"/>
                    <a:pt x="5314823" y="3187827"/>
                  </a:cubicBezTo>
                  <a:lnTo>
                    <a:pt x="5314823" y="3187827"/>
                  </a:lnTo>
                  <a:lnTo>
                    <a:pt x="5314823" y="3187827"/>
                  </a:lnTo>
                  <a:cubicBezTo>
                    <a:pt x="5310632" y="3194050"/>
                    <a:pt x="5305933" y="3199892"/>
                    <a:pt x="5300599" y="3205099"/>
                  </a:cubicBezTo>
                  <a:lnTo>
                    <a:pt x="5300599" y="3205099"/>
                  </a:lnTo>
                  <a:lnTo>
                    <a:pt x="5300599" y="3205099"/>
                  </a:lnTo>
                  <a:cubicBezTo>
                    <a:pt x="5295265" y="3210433"/>
                    <a:pt x="5289550" y="3215132"/>
                    <a:pt x="5283327" y="3219323"/>
                  </a:cubicBezTo>
                  <a:lnTo>
                    <a:pt x="5277993" y="3211449"/>
                  </a:lnTo>
                  <a:lnTo>
                    <a:pt x="5283327" y="3219323"/>
                  </a:lnTo>
                  <a:cubicBezTo>
                    <a:pt x="5277104" y="3223514"/>
                    <a:pt x="5270500" y="3227070"/>
                    <a:pt x="5263515" y="3229864"/>
                  </a:cubicBezTo>
                  <a:lnTo>
                    <a:pt x="5259832" y="3221101"/>
                  </a:lnTo>
                  <a:lnTo>
                    <a:pt x="5263515" y="3229864"/>
                  </a:lnTo>
                  <a:cubicBezTo>
                    <a:pt x="5256530" y="3232785"/>
                    <a:pt x="5249418" y="3234944"/>
                    <a:pt x="5242052" y="3236341"/>
                  </a:cubicBezTo>
                  <a:lnTo>
                    <a:pt x="5240147" y="3226943"/>
                  </a:lnTo>
                  <a:lnTo>
                    <a:pt x="5242052" y="3236341"/>
                  </a:lnTo>
                  <a:cubicBezTo>
                    <a:pt x="5234686" y="3237865"/>
                    <a:pt x="5227320" y="3238500"/>
                    <a:pt x="5219700" y="3238500"/>
                  </a:cubicBezTo>
                  <a:lnTo>
                    <a:pt x="5219700" y="3228975"/>
                  </a:lnTo>
                  <a:lnTo>
                    <a:pt x="5219700" y="3238500"/>
                  </a:lnTo>
                  <a:lnTo>
                    <a:pt x="114300" y="3238500"/>
                  </a:lnTo>
                  <a:lnTo>
                    <a:pt x="114300" y="3228975"/>
                  </a:lnTo>
                  <a:lnTo>
                    <a:pt x="114300" y="3238500"/>
                  </a:lnTo>
                  <a:cubicBezTo>
                    <a:pt x="106807" y="3238500"/>
                    <a:pt x="99314" y="3237738"/>
                    <a:pt x="91948" y="3236341"/>
                  </a:cubicBezTo>
                  <a:lnTo>
                    <a:pt x="91948" y="3236341"/>
                  </a:lnTo>
                  <a:lnTo>
                    <a:pt x="91948" y="3236341"/>
                  </a:lnTo>
                  <a:cubicBezTo>
                    <a:pt x="84582" y="3234817"/>
                    <a:pt x="77470" y="3232658"/>
                    <a:pt x="70485" y="3229864"/>
                  </a:cubicBezTo>
                  <a:lnTo>
                    <a:pt x="74168" y="3221101"/>
                  </a:lnTo>
                  <a:lnTo>
                    <a:pt x="70485" y="3229864"/>
                  </a:lnTo>
                  <a:cubicBezTo>
                    <a:pt x="63500" y="3226943"/>
                    <a:pt x="57023" y="3223514"/>
                    <a:pt x="50673" y="3219323"/>
                  </a:cubicBezTo>
                  <a:lnTo>
                    <a:pt x="56007" y="3211449"/>
                  </a:lnTo>
                  <a:lnTo>
                    <a:pt x="50673" y="3219323"/>
                  </a:lnTo>
                  <a:cubicBezTo>
                    <a:pt x="44450" y="3215132"/>
                    <a:pt x="38608" y="3210433"/>
                    <a:pt x="33401" y="3205099"/>
                  </a:cubicBezTo>
                  <a:lnTo>
                    <a:pt x="40132" y="3198368"/>
                  </a:lnTo>
                  <a:lnTo>
                    <a:pt x="33401" y="3205099"/>
                  </a:lnTo>
                  <a:cubicBezTo>
                    <a:pt x="28067" y="3199765"/>
                    <a:pt x="23368" y="3194050"/>
                    <a:pt x="19177" y="3187827"/>
                  </a:cubicBezTo>
                  <a:lnTo>
                    <a:pt x="19177" y="3187827"/>
                  </a:lnTo>
                  <a:lnTo>
                    <a:pt x="19177" y="3187827"/>
                  </a:lnTo>
                  <a:cubicBezTo>
                    <a:pt x="14986" y="3181604"/>
                    <a:pt x="11430" y="3175000"/>
                    <a:pt x="8636" y="3168015"/>
                  </a:cubicBezTo>
                  <a:lnTo>
                    <a:pt x="17399" y="3164332"/>
                  </a:lnTo>
                  <a:lnTo>
                    <a:pt x="8636" y="3168015"/>
                  </a:lnTo>
                  <a:cubicBezTo>
                    <a:pt x="5715" y="3161030"/>
                    <a:pt x="3556" y="3153918"/>
                    <a:pt x="2159" y="3146552"/>
                  </a:cubicBezTo>
                  <a:lnTo>
                    <a:pt x="11557" y="3144647"/>
                  </a:lnTo>
                  <a:lnTo>
                    <a:pt x="2159" y="3146552"/>
                  </a:lnTo>
                  <a:cubicBezTo>
                    <a:pt x="635" y="3139186"/>
                    <a:pt x="0" y="3131820"/>
                    <a:pt x="0" y="3124200"/>
                  </a:cubicBezTo>
                  <a:lnTo>
                    <a:pt x="9525" y="3124200"/>
                  </a:lnTo>
                  <a:lnTo>
                    <a:pt x="0" y="3124200"/>
                  </a:lnTo>
                  <a:moveTo>
                    <a:pt x="19050" y="3124200"/>
                  </a:moveTo>
                  <a:cubicBezTo>
                    <a:pt x="19050" y="3130423"/>
                    <a:pt x="19685" y="3136646"/>
                    <a:pt x="20828" y="3142742"/>
                  </a:cubicBezTo>
                  <a:lnTo>
                    <a:pt x="20828" y="3142742"/>
                  </a:lnTo>
                  <a:lnTo>
                    <a:pt x="20828" y="3142742"/>
                  </a:lnTo>
                  <a:cubicBezTo>
                    <a:pt x="22098" y="3148838"/>
                    <a:pt x="23876" y="3154807"/>
                    <a:pt x="26289" y="3160649"/>
                  </a:cubicBezTo>
                  <a:lnTo>
                    <a:pt x="26289" y="3160649"/>
                  </a:lnTo>
                  <a:lnTo>
                    <a:pt x="26289" y="3160649"/>
                  </a:lnTo>
                  <a:cubicBezTo>
                    <a:pt x="28702" y="3166491"/>
                    <a:pt x="31623" y="3171952"/>
                    <a:pt x="35052" y="3177159"/>
                  </a:cubicBezTo>
                  <a:lnTo>
                    <a:pt x="27178" y="3182493"/>
                  </a:lnTo>
                  <a:lnTo>
                    <a:pt x="35052" y="3177159"/>
                  </a:lnTo>
                  <a:cubicBezTo>
                    <a:pt x="38481" y="3182366"/>
                    <a:pt x="42418" y="3187192"/>
                    <a:pt x="46863" y="3191637"/>
                  </a:cubicBezTo>
                  <a:lnTo>
                    <a:pt x="46863" y="3191637"/>
                  </a:lnTo>
                  <a:lnTo>
                    <a:pt x="46863" y="3191637"/>
                  </a:lnTo>
                  <a:cubicBezTo>
                    <a:pt x="51308" y="3196082"/>
                    <a:pt x="56134" y="3200019"/>
                    <a:pt x="61341" y="3203448"/>
                  </a:cubicBezTo>
                  <a:cubicBezTo>
                    <a:pt x="66548" y="3206877"/>
                    <a:pt x="72009" y="3209798"/>
                    <a:pt x="77851" y="3212211"/>
                  </a:cubicBezTo>
                  <a:cubicBezTo>
                    <a:pt x="83693" y="3214624"/>
                    <a:pt x="89535" y="3216402"/>
                    <a:pt x="95758" y="3217672"/>
                  </a:cubicBezTo>
                  <a:lnTo>
                    <a:pt x="93853" y="3227070"/>
                  </a:lnTo>
                  <a:lnTo>
                    <a:pt x="95758" y="3217672"/>
                  </a:lnTo>
                  <a:cubicBezTo>
                    <a:pt x="101854" y="3218942"/>
                    <a:pt x="108077" y="3219450"/>
                    <a:pt x="114300" y="3219450"/>
                  </a:cubicBezTo>
                  <a:lnTo>
                    <a:pt x="5219700" y="3219450"/>
                  </a:lnTo>
                  <a:cubicBezTo>
                    <a:pt x="5225923" y="3219450"/>
                    <a:pt x="5232146" y="3218815"/>
                    <a:pt x="5238242" y="3217672"/>
                  </a:cubicBezTo>
                  <a:cubicBezTo>
                    <a:pt x="5244338" y="3216528"/>
                    <a:pt x="5250307" y="3214624"/>
                    <a:pt x="5256149" y="3212211"/>
                  </a:cubicBezTo>
                  <a:lnTo>
                    <a:pt x="5256149" y="3212211"/>
                  </a:lnTo>
                  <a:lnTo>
                    <a:pt x="5256149" y="3212211"/>
                  </a:lnTo>
                  <a:cubicBezTo>
                    <a:pt x="5261991" y="3209798"/>
                    <a:pt x="5267452" y="3206877"/>
                    <a:pt x="5272659" y="3203448"/>
                  </a:cubicBezTo>
                  <a:lnTo>
                    <a:pt x="5272659" y="3203448"/>
                  </a:lnTo>
                  <a:lnTo>
                    <a:pt x="5272659" y="3203448"/>
                  </a:lnTo>
                  <a:cubicBezTo>
                    <a:pt x="5277866" y="3200019"/>
                    <a:pt x="5282692" y="3196082"/>
                    <a:pt x="5287137" y="3191637"/>
                  </a:cubicBezTo>
                  <a:lnTo>
                    <a:pt x="5293868" y="3198368"/>
                  </a:lnTo>
                  <a:lnTo>
                    <a:pt x="5287137" y="3191637"/>
                  </a:lnTo>
                  <a:cubicBezTo>
                    <a:pt x="5291582" y="3187192"/>
                    <a:pt x="5295519" y="3182366"/>
                    <a:pt x="5298948" y="3177159"/>
                  </a:cubicBezTo>
                  <a:lnTo>
                    <a:pt x="5306822" y="3182493"/>
                  </a:lnTo>
                  <a:lnTo>
                    <a:pt x="5298948" y="3177159"/>
                  </a:lnTo>
                  <a:cubicBezTo>
                    <a:pt x="5302377" y="3171952"/>
                    <a:pt x="5305298" y="3166491"/>
                    <a:pt x="5307711" y="3160649"/>
                  </a:cubicBezTo>
                  <a:lnTo>
                    <a:pt x="5316474" y="3164332"/>
                  </a:lnTo>
                  <a:lnTo>
                    <a:pt x="5307711" y="3160649"/>
                  </a:lnTo>
                  <a:cubicBezTo>
                    <a:pt x="5310124" y="3154807"/>
                    <a:pt x="5311902" y="3148965"/>
                    <a:pt x="5313172" y="3142742"/>
                  </a:cubicBezTo>
                  <a:lnTo>
                    <a:pt x="5322570" y="3144647"/>
                  </a:lnTo>
                  <a:lnTo>
                    <a:pt x="5313172" y="3142742"/>
                  </a:lnTo>
                  <a:cubicBezTo>
                    <a:pt x="5314442" y="3136646"/>
                    <a:pt x="5314950" y="3130423"/>
                    <a:pt x="5314950" y="3124200"/>
                  </a:cubicBezTo>
                  <a:lnTo>
                    <a:pt x="5314950" y="114300"/>
                  </a:lnTo>
                  <a:cubicBezTo>
                    <a:pt x="5314950" y="108077"/>
                    <a:pt x="5314315" y="101854"/>
                    <a:pt x="5313172" y="95758"/>
                  </a:cubicBezTo>
                  <a:lnTo>
                    <a:pt x="5322570" y="93853"/>
                  </a:lnTo>
                  <a:lnTo>
                    <a:pt x="5313172" y="95758"/>
                  </a:lnTo>
                  <a:cubicBezTo>
                    <a:pt x="5311902" y="89662"/>
                    <a:pt x="5310124" y="83693"/>
                    <a:pt x="5307711" y="77851"/>
                  </a:cubicBezTo>
                  <a:lnTo>
                    <a:pt x="5316474" y="74168"/>
                  </a:lnTo>
                  <a:lnTo>
                    <a:pt x="5307711" y="77851"/>
                  </a:lnTo>
                  <a:cubicBezTo>
                    <a:pt x="5305298" y="72009"/>
                    <a:pt x="5302377" y="66548"/>
                    <a:pt x="5298948" y="61341"/>
                  </a:cubicBezTo>
                  <a:lnTo>
                    <a:pt x="5306822" y="56007"/>
                  </a:lnTo>
                  <a:lnTo>
                    <a:pt x="5298948" y="61341"/>
                  </a:lnTo>
                  <a:cubicBezTo>
                    <a:pt x="5295519" y="56134"/>
                    <a:pt x="5291582" y="51308"/>
                    <a:pt x="5287137" y="46863"/>
                  </a:cubicBezTo>
                  <a:lnTo>
                    <a:pt x="5293868" y="40132"/>
                  </a:lnTo>
                  <a:lnTo>
                    <a:pt x="5287137" y="46863"/>
                  </a:lnTo>
                  <a:cubicBezTo>
                    <a:pt x="5282692" y="42418"/>
                    <a:pt x="5277866" y="38481"/>
                    <a:pt x="5272659" y="35052"/>
                  </a:cubicBezTo>
                  <a:lnTo>
                    <a:pt x="5272659" y="35052"/>
                  </a:lnTo>
                  <a:lnTo>
                    <a:pt x="5272659" y="35052"/>
                  </a:lnTo>
                  <a:cubicBezTo>
                    <a:pt x="5267452" y="31623"/>
                    <a:pt x="5261991" y="28702"/>
                    <a:pt x="5256149" y="26289"/>
                  </a:cubicBezTo>
                  <a:lnTo>
                    <a:pt x="5256149" y="26289"/>
                  </a:lnTo>
                  <a:lnTo>
                    <a:pt x="5256149" y="26289"/>
                  </a:lnTo>
                  <a:cubicBezTo>
                    <a:pt x="5250307" y="23876"/>
                    <a:pt x="5244465" y="22098"/>
                    <a:pt x="5238242" y="20828"/>
                  </a:cubicBezTo>
                  <a:lnTo>
                    <a:pt x="5240147" y="11430"/>
                  </a:lnTo>
                  <a:lnTo>
                    <a:pt x="5238242" y="20828"/>
                  </a:lnTo>
                  <a:cubicBezTo>
                    <a:pt x="5232146" y="19558"/>
                    <a:pt x="5225923" y="19050"/>
                    <a:pt x="5219700" y="19050"/>
                  </a:cubicBezTo>
                  <a:lnTo>
                    <a:pt x="114300" y="19050"/>
                  </a:lnTo>
                  <a:cubicBezTo>
                    <a:pt x="108077" y="19050"/>
                    <a:pt x="101854" y="19685"/>
                    <a:pt x="95758" y="20828"/>
                  </a:cubicBezTo>
                  <a:lnTo>
                    <a:pt x="93853" y="11430"/>
                  </a:lnTo>
                  <a:lnTo>
                    <a:pt x="95758" y="20828"/>
                  </a:lnTo>
                  <a:cubicBezTo>
                    <a:pt x="89662" y="22098"/>
                    <a:pt x="83693" y="23876"/>
                    <a:pt x="77851" y="26289"/>
                  </a:cubicBezTo>
                  <a:cubicBezTo>
                    <a:pt x="72009" y="28702"/>
                    <a:pt x="66548" y="31623"/>
                    <a:pt x="61341" y="35052"/>
                  </a:cubicBezTo>
                  <a:cubicBezTo>
                    <a:pt x="56134" y="38481"/>
                    <a:pt x="51308" y="42418"/>
                    <a:pt x="46863" y="46863"/>
                  </a:cubicBezTo>
                  <a:lnTo>
                    <a:pt x="46863" y="46863"/>
                  </a:lnTo>
                  <a:lnTo>
                    <a:pt x="46863" y="46863"/>
                  </a:lnTo>
                  <a:cubicBezTo>
                    <a:pt x="42418" y="51308"/>
                    <a:pt x="38481" y="56134"/>
                    <a:pt x="35052" y="61341"/>
                  </a:cubicBezTo>
                  <a:lnTo>
                    <a:pt x="35052" y="61341"/>
                  </a:lnTo>
                  <a:lnTo>
                    <a:pt x="35052" y="61341"/>
                  </a:lnTo>
                  <a:cubicBezTo>
                    <a:pt x="31623" y="66548"/>
                    <a:pt x="28702" y="72009"/>
                    <a:pt x="26289" y="77851"/>
                  </a:cubicBezTo>
                  <a:lnTo>
                    <a:pt x="17526" y="74168"/>
                  </a:lnTo>
                  <a:lnTo>
                    <a:pt x="26289" y="77851"/>
                  </a:lnTo>
                  <a:cubicBezTo>
                    <a:pt x="23876" y="83693"/>
                    <a:pt x="22098" y="89535"/>
                    <a:pt x="20828" y="95758"/>
                  </a:cubicBezTo>
                  <a:lnTo>
                    <a:pt x="20828" y="95758"/>
                  </a:lnTo>
                  <a:lnTo>
                    <a:pt x="20828" y="95758"/>
                  </a:lnTo>
                  <a:cubicBezTo>
                    <a:pt x="19558" y="101854"/>
                    <a:pt x="19050" y="108077"/>
                    <a:pt x="19050" y="114300"/>
                  </a:cubicBezTo>
                  <a:lnTo>
                    <a:pt x="19050" y="3124200"/>
                  </a:ln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561086" y="1758569"/>
              <a:ext cx="4686300" cy="9525"/>
            </a:xfrm>
            <a:custGeom>
              <a:avLst/>
              <a:gdLst/>
              <a:ahLst/>
              <a:cxnLst/>
              <a:rect r="r" b="b" t="t" l="l"/>
              <a:pathLst>
                <a:path h="9525" w="4686300">
                  <a:moveTo>
                    <a:pt x="0" y="0"/>
                  </a:moveTo>
                  <a:lnTo>
                    <a:pt x="4686300" y="0"/>
                  </a:lnTo>
                  <a:lnTo>
                    <a:pt x="4686300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F3F4F6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561086" y="2301494"/>
              <a:ext cx="4686300" cy="9525"/>
            </a:xfrm>
            <a:custGeom>
              <a:avLst/>
              <a:gdLst/>
              <a:ahLst/>
              <a:cxnLst/>
              <a:rect r="r" b="b" t="t" l="l"/>
              <a:pathLst>
                <a:path h="9525" w="4686300">
                  <a:moveTo>
                    <a:pt x="0" y="0"/>
                  </a:moveTo>
                  <a:lnTo>
                    <a:pt x="4686300" y="0"/>
                  </a:lnTo>
                  <a:lnTo>
                    <a:pt x="4686300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F3F4F6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561086" y="463042"/>
              <a:ext cx="457454" cy="457454"/>
            </a:xfrm>
            <a:custGeom>
              <a:avLst/>
              <a:gdLst/>
              <a:ahLst/>
              <a:cxnLst/>
              <a:rect r="r" b="b" t="t" l="l"/>
              <a:pathLst>
                <a:path h="457454" w="457454">
                  <a:moveTo>
                    <a:pt x="0" y="381127"/>
                  </a:moveTo>
                  <a:lnTo>
                    <a:pt x="0" y="76327"/>
                  </a:lnTo>
                  <a:cubicBezTo>
                    <a:pt x="0" y="71374"/>
                    <a:pt x="508" y="66421"/>
                    <a:pt x="1524" y="61468"/>
                  </a:cubicBezTo>
                  <a:cubicBezTo>
                    <a:pt x="2540" y="56515"/>
                    <a:pt x="3937" y="51816"/>
                    <a:pt x="5842" y="47117"/>
                  </a:cubicBezTo>
                  <a:cubicBezTo>
                    <a:pt x="7747" y="42418"/>
                    <a:pt x="10160" y="38100"/>
                    <a:pt x="12827" y="33909"/>
                  </a:cubicBezTo>
                  <a:cubicBezTo>
                    <a:pt x="15494" y="29718"/>
                    <a:pt x="18796" y="25908"/>
                    <a:pt x="22352" y="22352"/>
                  </a:cubicBezTo>
                  <a:cubicBezTo>
                    <a:pt x="25908" y="18796"/>
                    <a:pt x="29718" y="15621"/>
                    <a:pt x="33909" y="12827"/>
                  </a:cubicBezTo>
                  <a:cubicBezTo>
                    <a:pt x="38100" y="10033"/>
                    <a:pt x="42418" y="7747"/>
                    <a:pt x="47117" y="5842"/>
                  </a:cubicBezTo>
                  <a:cubicBezTo>
                    <a:pt x="51816" y="3937"/>
                    <a:pt x="56515" y="2540"/>
                    <a:pt x="61468" y="1524"/>
                  </a:cubicBezTo>
                  <a:cubicBezTo>
                    <a:pt x="66421" y="508"/>
                    <a:pt x="71374" y="0"/>
                    <a:pt x="76327" y="0"/>
                  </a:cubicBezTo>
                  <a:lnTo>
                    <a:pt x="381127" y="0"/>
                  </a:lnTo>
                  <a:cubicBezTo>
                    <a:pt x="386080" y="0"/>
                    <a:pt x="391033" y="508"/>
                    <a:pt x="395986" y="1524"/>
                  </a:cubicBezTo>
                  <a:cubicBezTo>
                    <a:pt x="400939" y="2540"/>
                    <a:pt x="405638" y="3937"/>
                    <a:pt x="410337" y="5842"/>
                  </a:cubicBezTo>
                  <a:cubicBezTo>
                    <a:pt x="415036" y="7747"/>
                    <a:pt x="419354" y="10160"/>
                    <a:pt x="423545" y="12827"/>
                  </a:cubicBezTo>
                  <a:cubicBezTo>
                    <a:pt x="427736" y="15494"/>
                    <a:pt x="431546" y="18796"/>
                    <a:pt x="435102" y="22352"/>
                  </a:cubicBezTo>
                  <a:cubicBezTo>
                    <a:pt x="438658" y="25908"/>
                    <a:pt x="441833" y="29718"/>
                    <a:pt x="444627" y="33909"/>
                  </a:cubicBezTo>
                  <a:cubicBezTo>
                    <a:pt x="447421" y="38100"/>
                    <a:pt x="449707" y="42418"/>
                    <a:pt x="451612" y="47117"/>
                  </a:cubicBezTo>
                  <a:cubicBezTo>
                    <a:pt x="453517" y="51816"/>
                    <a:pt x="454914" y="56515"/>
                    <a:pt x="455930" y="61468"/>
                  </a:cubicBezTo>
                  <a:cubicBezTo>
                    <a:pt x="456946" y="66421"/>
                    <a:pt x="457454" y="71374"/>
                    <a:pt x="457454" y="76327"/>
                  </a:cubicBezTo>
                  <a:lnTo>
                    <a:pt x="457454" y="381127"/>
                  </a:lnTo>
                  <a:cubicBezTo>
                    <a:pt x="457454" y="386080"/>
                    <a:pt x="456946" y="391033"/>
                    <a:pt x="455930" y="395986"/>
                  </a:cubicBezTo>
                  <a:cubicBezTo>
                    <a:pt x="454914" y="400939"/>
                    <a:pt x="453517" y="405638"/>
                    <a:pt x="451612" y="410337"/>
                  </a:cubicBezTo>
                  <a:cubicBezTo>
                    <a:pt x="449707" y="415036"/>
                    <a:pt x="447294" y="419354"/>
                    <a:pt x="444627" y="423545"/>
                  </a:cubicBezTo>
                  <a:cubicBezTo>
                    <a:pt x="441960" y="427736"/>
                    <a:pt x="438658" y="431546"/>
                    <a:pt x="435102" y="435102"/>
                  </a:cubicBezTo>
                  <a:cubicBezTo>
                    <a:pt x="431546" y="438658"/>
                    <a:pt x="427736" y="441833"/>
                    <a:pt x="423545" y="444627"/>
                  </a:cubicBezTo>
                  <a:cubicBezTo>
                    <a:pt x="419354" y="447421"/>
                    <a:pt x="415036" y="449707"/>
                    <a:pt x="410337" y="451612"/>
                  </a:cubicBezTo>
                  <a:cubicBezTo>
                    <a:pt x="405638" y="453517"/>
                    <a:pt x="400939" y="454914"/>
                    <a:pt x="395986" y="455930"/>
                  </a:cubicBezTo>
                  <a:cubicBezTo>
                    <a:pt x="391033" y="456946"/>
                    <a:pt x="386080" y="457454"/>
                    <a:pt x="381127" y="457454"/>
                  </a:cubicBezTo>
                  <a:lnTo>
                    <a:pt x="76327" y="457454"/>
                  </a:lnTo>
                  <a:cubicBezTo>
                    <a:pt x="71374" y="457454"/>
                    <a:pt x="66421" y="456946"/>
                    <a:pt x="61468" y="455930"/>
                  </a:cubicBezTo>
                  <a:cubicBezTo>
                    <a:pt x="56515" y="454914"/>
                    <a:pt x="51816" y="453517"/>
                    <a:pt x="47117" y="451612"/>
                  </a:cubicBezTo>
                  <a:cubicBezTo>
                    <a:pt x="42418" y="449707"/>
                    <a:pt x="38100" y="447294"/>
                    <a:pt x="33909" y="444627"/>
                  </a:cubicBezTo>
                  <a:cubicBezTo>
                    <a:pt x="29718" y="441960"/>
                    <a:pt x="25908" y="438658"/>
                    <a:pt x="22352" y="435102"/>
                  </a:cubicBezTo>
                  <a:cubicBezTo>
                    <a:pt x="18796" y="431546"/>
                    <a:pt x="15621" y="427736"/>
                    <a:pt x="12827" y="423545"/>
                  </a:cubicBezTo>
                  <a:cubicBezTo>
                    <a:pt x="10033" y="419354"/>
                    <a:pt x="7747" y="415036"/>
                    <a:pt x="5842" y="410337"/>
                  </a:cubicBezTo>
                  <a:cubicBezTo>
                    <a:pt x="3937" y="405638"/>
                    <a:pt x="2540" y="400939"/>
                    <a:pt x="1524" y="395986"/>
                  </a:cubicBezTo>
                  <a:cubicBezTo>
                    <a:pt x="508" y="391033"/>
                    <a:pt x="0" y="386080"/>
                    <a:pt x="0" y="381127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679164" y="7024712"/>
            <a:ext cx="7316894" cy="3617294"/>
            <a:chOff x="0" y="0"/>
            <a:chExt cx="7225792" cy="35722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225792" cy="3572256"/>
            </a:xfrm>
            <a:custGeom>
              <a:avLst/>
              <a:gdLst/>
              <a:ahLst/>
              <a:cxnLst/>
              <a:rect r="r" b="b" t="t" l="l"/>
              <a:pathLst>
                <a:path h="3572256" w="7225792">
                  <a:moveTo>
                    <a:pt x="7016496" y="22352"/>
                  </a:moveTo>
                  <a:cubicBezTo>
                    <a:pt x="7035038" y="22352"/>
                    <a:pt x="7052818" y="25908"/>
                    <a:pt x="7069963" y="33020"/>
                  </a:cubicBezTo>
                  <a:cubicBezTo>
                    <a:pt x="7087108" y="40132"/>
                    <a:pt x="7102221" y="50165"/>
                    <a:pt x="7115302" y="63246"/>
                  </a:cubicBezTo>
                  <a:cubicBezTo>
                    <a:pt x="7128383" y="76327"/>
                    <a:pt x="7138543" y="91440"/>
                    <a:pt x="7145527" y="108585"/>
                  </a:cubicBezTo>
                  <a:cubicBezTo>
                    <a:pt x="7152513" y="125730"/>
                    <a:pt x="7156196" y="143510"/>
                    <a:pt x="7156196" y="162052"/>
                  </a:cubicBezTo>
                  <a:lnTo>
                    <a:pt x="7156196" y="3311652"/>
                  </a:lnTo>
                  <a:cubicBezTo>
                    <a:pt x="7156196" y="3330194"/>
                    <a:pt x="7152639" y="3347974"/>
                    <a:pt x="7145527" y="3365119"/>
                  </a:cubicBezTo>
                  <a:cubicBezTo>
                    <a:pt x="7138415" y="3382264"/>
                    <a:pt x="7128383" y="3397377"/>
                    <a:pt x="7115302" y="3410458"/>
                  </a:cubicBezTo>
                  <a:cubicBezTo>
                    <a:pt x="7102221" y="3423539"/>
                    <a:pt x="7087108" y="3433699"/>
                    <a:pt x="7069963" y="3440684"/>
                  </a:cubicBezTo>
                  <a:cubicBezTo>
                    <a:pt x="7052818" y="3447669"/>
                    <a:pt x="7035038" y="3451352"/>
                    <a:pt x="7016496" y="3451352"/>
                  </a:cubicBezTo>
                  <a:lnTo>
                    <a:pt x="209296" y="3451352"/>
                  </a:lnTo>
                  <a:cubicBezTo>
                    <a:pt x="190754" y="3451352"/>
                    <a:pt x="172974" y="3447796"/>
                    <a:pt x="155829" y="3440684"/>
                  </a:cubicBezTo>
                  <a:cubicBezTo>
                    <a:pt x="138684" y="3433572"/>
                    <a:pt x="123571" y="3423539"/>
                    <a:pt x="110490" y="3410458"/>
                  </a:cubicBezTo>
                  <a:cubicBezTo>
                    <a:pt x="97409" y="3397377"/>
                    <a:pt x="87249" y="3382264"/>
                    <a:pt x="80264" y="3365119"/>
                  </a:cubicBezTo>
                  <a:cubicBezTo>
                    <a:pt x="73279" y="3347974"/>
                    <a:pt x="69596" y="3330194"/>
                    <a:pt x="69596" y="3311652"/>
                  </a:cubicBezTo>
                  <a:lnTo>
                    <a:pt x="69596" y="162052"/>
                  </a:lnTo>
                  <a:cubicBezTo>
                    <a:pt x="69596" y="143510"/>
                    <a:pt x="73152" y="125730"/>
                    <a:pt x="80264" y="108585"/>
                  </a:cubicBezTo>
                  <a:cubicBezTo>
                    <a:pt x="87376" y="91440"/>
                    <a:pt x="97409" y="76327"/>
                    <a:pt x="110490" y="63246"/>
                  </a:cubicBezTo>
                  <a:cubicBezTo>
                    <a:pt x="123571" y="50165"/>
                    <a:pt x="138684" y="40005"/>
                    <a:pt x="155829" y="33020"/>
                  </a:cubicBezTo>
                  <a:cubicBezTo>
                    <a:pt x="172974" y="26035"/>
                    <a:pt x="190754" y="22352"/>
                    <a:pt x="209296" y="22352"/>
                  </a:cubicBezTo>
                  <a:close/>
                  <a:moveTo>
                    <a:pt x="0" y="0"/>
                  </a:moveTo>
                  <a:lnTo>
                    <a:pt x="0" y="3572256"/>
                  </a:lnTo>
                  <a:lnTo>
                    <a:pt x="7225792" y="3572256"/>
                  </a:lnTo>
                  <a:lnTo>
                    <a:pt x="7225792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>
            <a:grpSpLocks noChangeAspect="true"/>
          </p:cNvGrpSpPr>
          <p:nvPr/>
        </p:nvGrpSpPr>
        <p:grpSpPr>
          <a:xfrm rot="0">
            <a:off x="1679164" y="7024712"/>
            <a:ext cx="7316894" cy="3617294"/>
            <a:chOff x="0" y="0"/>
            <a:chExt cx="5419344" cy="26791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19344" cy="2679192"/>
            </a:xfrm>
            <a:custGeom>
              <a:avLst/>
              <a:gdLst/>
              <a:ahLst/>
              <a:cxnLst/>
              <a:rect r="r" b="b" t="t" l="l"/>
              <a:pathLst>
                <a:path h="2679192" w="5419344">
                  <a:moveTo>
                    <a:pt x="0" y="0"/>
                  </a:moveTo>
                  <a:lnTo>
                    <a:pt x="5419344" y="0"/>
                  </a:lnTo>
                  <a:lnTo>
                    <a:pt x="5419344" y="2679192"/>
                  </a:lnTo>
                  <a:lnTo>
                    <a:pt x="0" y="2679192"/>
                  </a:lnTo>
                  <a:close/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502208" y="6930061"/>
            <a:ext cx="7670804" cy="3962974"/>
            <a:chOff x="0" y="0"/>
            <a:chExt cx="7575296" cy="391363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575296" cy="3913632"/>
            </a:xfrm>
            <a:custGeom>
              <a:avLst/>
              <a:gdLst/>
              <a:ahLst/>
              <a:cxnLst/>
              <a:rect r="r" b="b" t="t" l="l"/>
              <a:pathLst>
                <a:path h="3913632" w="7575296">
                  <a:moveTo>
                    <a:pt x="7191248" y="115824"/>
                  </a:moveTo>
                  <a:cubicBezTo>
                    <a:pt x="7209790" y="115824"/>
                    <a:pt x="7227570" y="119380"/>
                    <a:pt x="7244715" y="126492"/>
                  </a:cubicBezTo>
                  <a:cubicBezTo>
                    <a:pt x="7261860" y="133604"/>
                    <a:pt x="7276973" y="143637"/>
                    <a:pt x="7290054" y="156718"/>
                  </a:cubicBezTo>
                  <a:cubicBezTo>
                    <a:pt x="7303135" y="169799"/>
                    <a:pt x="7313295" y="184912"/>
                    <a:pt x="7320280" y="202057"/>
                  </a:cubicBezTo>
                  <a:cubicBezTo>
                    <a:pt x="7327265" y="219202"/>
                    <a:pt x="7330948" y="236982"/>
                    <a:pt x="7330948" y="255524"/>
                  </a:cubicBezTo>
                  <a:lnTo>
                    <a:pt x="7330948" y="3405124"/>
                  </a:lnTo>
                  <a:cubicBezTo>
                    <a:pt x="7330948" y="3423666"/>
                    <a:pt x="7327392" y="3441446"/>
                    <a:pt x="7320280" y="3458591"/>
                  </a:cubicBezTo>
                  <a:cubicBezTo>
                    <a:pt x="7313168" y="3475736"/>
                    <a:pt x="7303135" y="3490849"/>
                    <a:pt x="7290054" y="3503930"/>
                  </a:cubicBezTo>
                  <a:cubicBezTo>
                    <a:pt x="7276973" y="3517011"/>
                    <a:pt x="7261860" y="3527171"/>
                    <a:pt x="7244715" y="3534156"/>
                  </a:cubicBezTo>
                  <a:cubicBezTo>
                    <a:pt x="7227570" y="3541141"/>
                    <a:pt x="7209790" y="3544824"/>
                    <a:pt x="7191248" y="3544824"/>
                  </a:cubicBezTo>
                  <a:lnTo>
                    <a:pt x="384048" y="3544824"/>
                  </a:lnTo>
                  <a:cubicBezTo>
                    <a:pt x="365506" y="3544824"/>
                    <a:pt x="347726" y="3541268"/>
                    <a:pt x="330581" y="3534156"/>
                  </a:cubicBezTo>
                  <a:cubicBezTo>
                    <a:pt x="313436" y="3527044"/>
                    <a:pt x="298323" y="3517011"/>
                    <a:pt x="285242" y="3503930"/>
                  </a:cubicBezTo>
                  <a:cubicBezTo>
                    <a:pt x="272161" y="3490849"/>
                    <a:pt x="262001" y="3475736"/>
                    <a:pt x="255016" y="3458591"/>
                  </a:cubicBezTo>
                  <a:cubicBezTo>
                    <a:pt x="248031" y="3441446"/>
                    <a:pt x="244348" y="3423666"/>
                    <a:pt x="244348" y="3405124"/>
                  </a:cubicBezTo>
                  <a:lnTo>
                    <a:pt x="244348" y="255524"/>
                  </a:lnTo>
                  <a:cubicBezTo>
                    <a:pt x="244348" y="236982"/>
                    <a:pt x="247904" y="219202"/>
                    <a:pt x="255016" y="202057"/>
                  </a:cubicBezTo>
                  <a:cubicBezTo>
                    <a:pt x="262128" y="184912"/>
                    <a:pt x="272161" y="169799"/>
                    <a:pt x="285242" y="156718"/>
                  </a:cubicBezTo>
                  <a:cubicBezTo>
                    <a:pt x="298323" y="143637"/>
                    <a:pt x="313436" y="133477"/>
                    <a:pt x="330581" y="126492"/>
                  </a:cubicBezTo>
                  <a:cubicBezTo>
                    <a:pt x="347726" y="119507"/>
                    <a:pt x="365506" y="115824"/>
                    <a:pt x="384048" y="115824"/>
                  </a:cubicBezTo>
                  <a:close/>
                  <a:moveTo>
                    <a:pt x="0" y="0"/>
                  </a:moveTo>
                  <a:lnTo>
                    <a:pt x="0" y="3913632"/>
                  </a:lnTo>
                  <a:lnTo>
                    <a:pt x="7575296" y="3913632"/>
                  </a:lnTo>
                  <a:lnTo>
                    <a:pt x="7575296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>
            <a:grpSpLocks noChangeAspect="true"/>
          </p:cNvGrpSpPr>
          <p:nvPr/>
        </p:nvGrpSpPr>
        <p:grpSpPr>
          <a:xfrm rot="0">
            <a:off x="1416470" y="6844323"/>
            <a:ext cx="7842268" cy="4134438"/>
            <a:chOff x="0" y="0"/>
            <a:chExt cx="5808472" cy="306222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63500" y="63500"/>
              <a:ext cx="5681472" cy="2935224"/>
            </a:xfrm>
            <a:custGeom>
              <a:avLst/>
              <a:gdLst/>
              <a:ahLst/>
              <a:cxnLst/>
              <a:rect r="r" b="b" t="t" l="l"/>
              <a:pathLst>
                <a:path h="2935224" w="5681472">
                  <a:moveTo>
                    <a:pt x="0" y="0"/>
                  </a:moveTo>
                  <a:lnTo>
                    <a:pt x="5681472" y="0"/>
                  </a:lnTo>
                  <a:lnTo>
                    <a:pt x="5681472" y="2935224"/>
                  </a:lnTo>
                  <a:lnTo>
                    <a:pt x="0" y="293522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246761" y="150241"/>
              <a:ext cx="5315204" cy="2572004"/>
            </a:xfrm>
            <a:custGeom>
              <a:avLst/>
              <a:gdLst/>
              <a:ahLst/>
              <a:cxnLst/>
              <a:rect r="r" b="b" t="t" l="l"/>
              <a:pathLst>
                <a:path h="2572004" w="5315204">
                  <a:moveTo>
                    <a:pt x="0" y="2467102"/>
                  </a:moveTo>
                  <a:lnTo>
                    <a:pt x="0" y="104902"/>
                  </a:lnTo>
                  <a:cubicBezTo>
                    <a:pt x="0" y="98044"/>
                    <a:pt x="635" y="91186"/>
                    <a:pt x="2032" y="84455"/>
                  </a:cubicBezTo>
                  <a:cubicBezTo>
                    <a:pt x="3429" y="77724"/>
                    <a:pt x="5334" y="71120"/>
                    <a:pt x="8001" y="64770"/>
                  </a:cubicBezTo>
                  <a:cubicBezTo>
                    <a:pt x="10668" y="58420"/>
                    <a:pt x="13843" y="52324"/>
                    <a:pt x="17653" y="46609"/>
                  </a:cubicBezTo>
                  <a:cubicBezTo>
                    <a:pt x="21463" y="40894"/>
                    <a:pt x="25781" y="35560"/>
                    <a:pt x="30734" y="30734"/>
                  </a:cubicBezTo>
                  <a:cubicBezTo>
                    <a:pt x="35687" y="25908"/>
                    <a:pt x="40894" y="21463"/>
                    <a:pt x="46609" y="17653"/>
                  </a:cubicBezTo>
                  <a:cubicBezTo>
                    <a:pt x="52324" y="13843"/>
                    <a:pt x="58420" y="10541"/>
                    <a:pt x="64770" y="8001"/>
                  </a:cubicBezTo>
                  <a:cubicBezTo>
                    <a:pt x="71120" y="5461"/>
                    <a:pt x="77724" y="3429"/>
                    <a:pt x="84455" y="2032"/>
                  </a:cubicBezTo>
                  <a:cubicBezTo>
                    <a:pt x="91186" y="635"/>
                    <a:pt x="98044" y="0"/>
                    <a:pt x="104902" y="0"/>
                  </a:cubicBezTo>
                  <a:lnTo>
                    <a:pt x="5210302" y="0"/>
                  </a:lnTo>
                  <a:cubicBezTo>
                    <a:pt x="5217160" y="0"/>
                    <a:pt x="5224018" y="635"/>
                    <a:pt x="5230749" y="2032"/>
                  </a:cubicBezTo>
                  <a:cubicBezTo>
                    <a:pt x="5237480" y="3429"/>
                    <a:pt x="5244084" y="5334"/>
                    <a:pt x="5250434" y="8001"/>
                  </a:cubicBezTo>
                  <a:cubicBezTo>
                    <a:pt x="5256784" y="10668"/>
                    <a:pt x="5262880" y="13843"/>
                    <a:pt x="5268595" y="17653"/>
                  </a:cubicBezTo>
                  <a:cubicBezTo>
                    <a:pt x="5274309" y="21463"/>
                    <a:pt x="5279644" y="25781"/>
                    <a:pt x="5284470" y="30734"/>
                  </a:cubicBezTo>
                  <a:cubicBezTo>
                    <a:pt x="5289296" y="35687"/>
                    <a:pt x="5293614" y="40894"/>
                    <a:pt x="5297551" y="46609"/>
                  </a:cubicBezTo>
                  <a:cubicBezTo>
                    <a:pt x="5301488" y="52324"/>
                    <a:pt x="5304663" y="58420"/>
                    <a:pt x="5307203" y="64770"/>
                  </a:cubicBezTo>
                  <a:cubicBezTo>
                    <a:pt x="5309743" y="71120"/>
                    <a:pt x="5311775" y="77724"/>
                    <a:pt x="5313172" y="84455"/>
                  </a:cubicBezTo>
                  <a:cubicBezTo>
                    <a:pt x="5314569" y="91186"/>
                    <a:pt x="5315204" y="98044"/>
                    <a:pt x="5315204" y="104902"/>
                  </a:cubicBezTo>
                  <a:lnTo>
                    <a:pt x="5315204" y="2467102"/>
                  </a:lnTo>
                  <a:cubicBezTo>
                    <a:pt x="5315204" y="2473960"/>
                    <a:pt x="5314569" y="2480818"/>
                    <a:pt x="5313172" y="2487549"/>
                  </a:cubicBezTo>
                  <a:cubicBezTo>
                    <a:pt x="5311775" y="2494280"/>
                    <a:pt x="5309870" y="2500884"/>
                    <a:pt x="5307203" y="2507234"/>
                  </a:cubicBezTo>
                  <a:cubicBezTo>
                    <a:pt x="5304536" y="2513584"/>
                    <a:pt x="5301361" y="2519680"/>
                    <a:pt x="5297551" y="2525395"/>
                  </a:cubicBezTo>
                  <a:cubicBezTo>
                    <a:pt x="5293740" y="2531110"/>
                    <a:pt x="5289422" y="2536444"/>
                    <a:pt x="5284470" y="2541270"/>
                  </a:cubicBezTo>
                  <a:cubicBezTo>
                    <a:pt x="5279517" y="2546096"/>
                    <a:pt x="5274310" y="2550541"/>
                    <a:pt x="5268595" y="2554351"/>
                  </a:cubicBezTo>
                  <a:cubicBezTo>
                    <a:pt x="5262879" y="2558161"/>
                    <a:pt x="5256784" y="2561463"/>
                    <a:pt x="5250434" y="2564003"/>
                  </a:cubicBezTo>
                  <a:cubicBezTo>
                    <a:pt x="5244084" y="2566543"/>
                    <a:pt x="5237480" y="2568575"/>
                    <a:pt x="5230749" y="2569972"/>
                  </a:cubicBezTo>
                  <a:cubicBezTo>
                    <a:pt x="5224018" y="2571369"/>
                    <a:pt x="5217160" y="2572004"/>
                    <a:pt x="5210302" y="2572004"/>
                  </a:cubicBezTo>
                  <a:lnTo>
                    <a:pt x="104902" y="2572004"/>
                  </a:lnTo>
                  <a:cubicBezTo>
                    <a:pt x="98044" y="2572004"/>
                    <a:pt x="91186" y="2571369"/>
                    <a:pt x="84455" y="2569972"/>
                  </a:cubicBezTo>
                  <a:cubicBezTo>
                    <a:pt x="77724" y="2568575"/>
                    <a:pt x="71120" y="2566670"/>
                    <a:pt x="64770" y="2564003"/>
                  </a:cubicBezTo>
                  <a:cubicBezTo>
                    <a:pt x="58420" y="2561336"/>
                    <a:pt x="52324" y="2558161"/>
                    <a:pt x="46609" y="2554351"/>
                  </a:cubicBezTo>
                  <a:cubicBezTo>
                    <a:pt x="40894" y="2550541"/>
                    <a:pt x="35560" y="2546223"/>
                    <a:pt x="30734" y="2541270"/>
                  </a:cubicBezTo>
                  <a:cubicBezTo>
                    <a:pt x="25908" y="2536317"/>
                    <a:pt x="21463" y="2531110"/>
                    <a:pt x="17653" y="2525395"/>
                  </a:cubicBezTo>
                  <a:cubicBezTo>
                    <a:pt x="13843" y="2519680"/>
                    <a:pt x="10541" y="2513584"/>
                    <a:pt x="8001" y="2507234"/>
                  </a:cubicBezTo>
                  <a:cubicBezTo>
                    <a:pt x="5461" y="2500884"/>
                    <a:pt x="3429" y="2494280"/>
                    <a:pt x="2032" y="2487549"/>
                  </a:cubicBezTo>
                  <a:cubicBezTo>
                    <a:pt x="635" y="2480818"/>
                    <a:pt x="0" y="2473960"/>
                    <a:pt x="0" y="246710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237236" y="140843"/>
              <a:ext cx="5334000" cy="2590800"/>
            </a:xfrm>
            <a:custGeom>
              <a:avLst/>
              <a:gdLst/>
              <a:ahLst/>
              <a:cxnLst/>
              <a:rect r="r" b="b" t="t" l="l"/>
              <a:pathLst>
                <a:path h="2590800" w="5334000">
                  <a:moveTo>
                    <a:pt x="0" y="2476500"/>
                  </a:moveTo>
                  <a:lnTo>
                    <a:pt x="0" y="114300"/>
                  </a:lnTo>
                  <a:lnTo>
                    <a:pt x="9525" y="114300"/>
                  </a:lnTo>
                  <a:lnTo>
                    <a:pt x="0" y="114300"/>
                  </a:lnTo>
                  <a:cubicBezTo>
                    <a:pt x="0" y="106807"/>
                    <a:pt x="762" y="99314"/>
                    <a:pt x="2159" y="91948"/>
                  </a:cubicBezTo>
                  <a:lnTo>
                    <a:pt x="2159" y="91948"/>
                  </a:lnTo>
                  <a:lnTo>
                    <a:pt x="2159" y="91948"/>
                  </a:lnTo>
                  <a:cubicBezTo>
                    <a:pt x="3683" y="84582"/>
                    <a:pt x="5842" y="77470"/>
                    <a:pt x="8636" y="70485"/>
                  </a:cubicBezTo>
                  <a:lnTo>
                    <a:pt x="17399" y="74168"/>
                  </a:lnTo>
                  <a:lnTo>
                    <a:pt x="8636" y="70485"/>
                  </a:lnTo>
                  <a:cubicBezTo>
                    <a:pt x="11557" y="63500"/>
                    <a:pt x="14986" y="57023"/>
                    <a:pt x="19177" y="50673"/>
                  </a:cubicBezTo>
                  <a:lnTo>
                    <a:pt x="27051" y="56007"/>
                  </a:lnTo>
                  <a:lnTo>
                    <a:pt x="19177" y="50673"/>
                  </a:lnTo>
                  <a:cubicBezTo>
                    <a:pt x="23368" y="44450"/>
                    <a:pt x="28067" y="38608"/>
                    <a:pt x="33401" y="33401"/>
                  </a:cubicBezTo>
                  <a:lnTo>
                    <a:pt x="40132" y="40132"/>
                  </a:lnTo>
                  <a:lnTo>
                    <a:pt x="33401" y="33401"/>
                  </a:lnTo>
                  <a:cubicBezTo>
                    <a:pt x="38735" y="28067"/>
                    <a:pt x="44450" y="23368"/>
                    <a:pt x="50673" y="19177"/>
                  </a:cubicBezTo>
                  <a:lnTo>
                    <a:pt x="56007" y="27051"/>
                  </a:lnTo>
                  <a:lnTo>
                    <a:pt x="50673" y="19177"/>
                  </a:lnTo>
                  <a:cubicBezTo>
                    <a:pt x="56896" y="14986"/>
                    <a:pt x="63500" y="11430"/>
                    <a:pt x="70485" y="8636"/>
                  </a:cubicBezTo>
                  <a:lnTo>
                    <a:pt x="70485" y="8636"/>
                  </a:lnTo>
                  <a:lnTo>
                    <a:pt x="70485" y="8636"/>
                  </a:lnTo>
                  <a:cubicBezTo>
                    <a:pt x="77470" y="5715"/>
                    <a:pt x="84582" y="3556"/>
                    <a:pt x="91948" y="2159"/>
                  </a:cubicBezTo>
                  <a:lnTo>
                    <a:pt x="91948" y="2159"/>
                  </a:lnTo>
                  <a:lnTo>
                    <a:pt x="91948" y="2159"/>
                  </a:lnTo>
                  <a:cubicBezTo>
                    <a:pt x="99314" y="635"/>
                    <a:pt x="106680" y="0"/>
                    <a:pt x="114300" y="0"/>
                  </a:cubicBezTo>
                  <a:lnTo>
                    <a:pt x="114300" y="9525"/>
                  </a:lnTo>
                  <a:lnTo>
                    <a:pt x="114300" y="0"/>
                  </a:lnTo>
                  <a:lnTo>
                    <a:pt x="5219700" y="0"/>
                  </a:lnTo>
                  <a:lnTo>
                    <a:pt x="5219700" y="9525"/>
                  </a:lnTo>
                  <a:lnTo>
                    <a:pt x="5219700" y="0"/>
                  </a:lnTo>
                  <a:cubicBezTo>
                    <a:pt x="5227193" y="0"/>
                    <a:pt x="5234686" y="762"/>
                    <a:pt x="5242052" y="2159"/>
                  </a:cubicBezTo>
                  <a:lnTo>
                    <a:pt x="5240147" y="11557"/>
                  </a:lnTo>
                  <a:lnTo>
                    <a:pt x="5242052" y="2159"/>
                  </a:lnTo>
                  <a:cubicBezTo>
                    <a:pt x="5249418" y="3683"/>
                    <a:pt x="5256530" y="5842"/>
                    <a:pt x="5263515" y="8636"/>
                  </a:cubicBezTo>
                  <a:lnTo>
                    <a:pt x="5263515" y="8636"/>
                  </a:lnTo>
                  <a:lnTo>
                    <a:pt x="5263515" y="8636"/>
                  </a:lnTo>
                  <a:cubicBezTo>
                    <a:pt x="5270500" y="11557"/>
                    <a:pt x="5276977" y="14986"/>
                    <a:pt x="5283327" y="19177"/>
                  </a:cubicBezTo>
                  <a:lnTo>
                    <a:pt x="5277993" y="27051"/>
                  </a:lnTo>
                  <a:lnTo>
                    <a:pt x="5283327" y="19177"/>
                  </a:lnTo>
                  <a:cubicBezTo>
                    <a:pt x="5289550" y="23368"/>
                    <a:pt x="5295392" y="28067"/>
                    <a:pt x="5300599" y="33401"/>
                  </a:cubicBezTo>
                  <a:lnTo>
                    <a:pt x="5300599" y="33401"/>
                  </a:lnTo>
                  <a:lnTo>
                    <a:pt x="5300599" y="33401"/>
                  </a:lnTo>
                  <a:cubicBezTo>
                    <a:pt x="5305933" y="38735"/>
                    <a:pt x="5310632" y="44450"/>
                    <a:pt x="5314823" y="50673"/>
                  </a:cubicBezTo>
                  <a:lnTo>
                    <a:pt x="5314823" y="50673"/>
                  </a:lnTo>
                  <a:lnTo>
                    <a:pt x="5314823" y="50673"/>
                  </a:lnTo>
                  <a:cubicBezTo>
                    <a:pt x="5319014" y="56896"/>
                    <a:pt x="5322570" y="63500"/>
                    <a:pt x="5325364" y="70485"/>
                  </a:cubicBezTo>
                  <a:lnTo>
                    <a:pt x="5325364" y="70485"/>
                  </a:lnTo>
                  <a:lnTo>
                    <a:pt x="5325364" y="70485"/>
                  </a:lnTo>
                  <a:cubicBezTo>
                    <a:pt x="5328285" y="77470"/>
                    <a:pt x="5330444" y="84582"/>
                    <a:pt x="5331841" y="91948"/>
                  </a:cubicBezTo>
                  <a:lnTo>
                    <a:pt x="5331841" y="91948"/>
                  </a:lnTo>
                  <a:lnTo>
                    <a:pt x="5331841" y="91948"/>
                  </a:lnTo>
                  <a:cubicBezTo>
                    <a:pt x="5333365" y="99314"/>
                    <a:pt x="5334000" y="106807"/>
                    <a:pt x="5334000" y="114300"/>
                  </a:cubicBezTo>
                  <a:lnTo>
                    <a:pt x="5324475" y="114300"/>
                  </a:lnTo>
                  <a:lnTo>
                    <a:pt x="5334000" y="114300"/>
                  </a:lnTo>
                  <a:lnTo>
                    <a:pt x="5334000" y="2476500"/>
                  </a:lnTo>
                  <a:lnTo>
                    <a:pt x="5324475" y="2476500"/>
                  </a:lnTo>
                  <a:lnTo>
                    <a:pt x="5334000" y="2476500"/>
                  </a:lnTo>
                  <a:cubicBezTo>
                    <a:pt x="5334000" y="2483993"/>
                    <a:pt x="5333238" y="2491486"/>
                    <a:pt x="5331841" y="2498852"/>
                  </a:cubicBezTo>
                  <a:lnTo>
                    <a:pt x="5331841" y="2498852"/>
                  </a:lnTo>
                  <a:lnTo>
                    <a:pt x="5331841" y="2498852"/>
                  </a:lnTo>
                  <a:cubicBezTo>
                    <a:pt x="5330317" y="2506218"/>
                    <a:pt x="5328158" y="2513330"/>
                    <a:pt x="5325364" y="2520315"/>
                  </a:cubicBezTo>
                  <a:lnTo>
                    <a:pt x="5325364" y="2520315"/>
                  </a:lnTo>
                  <a:lnTo>
                    <a:pt x="5325364" y="2520315"/>
                  </a:lnTo>
                  <a:cubicBezTo>
                    <a:pt x="5322442" y="2527300"/>
                    <a:pt x="5319014" y="2533777"/>
                    <a:pt x="5314823" y="2540127"/>
                  </a:cubicBezTo>
                  <a:lnTo>
                    <a:pt x="5314823" y="2540127"/>
                  </a:lnTo>
                  <a:lnTo>
                    <a:pt x="5314823" y="2540127"/>
                  </a:lnTo>
                  <a:cubicBezTo>
                    <a:pt x="5310632" y="2546350"/>
                    <a:pt x="5305933" y="2552192"/>
                    <a:pt x="5300599" y="2557399"/>
                  </a:cubicBezTo>
                  <a:lnTo>
                    <a:pt x="5300599" y="2557399"/>
                  </a:lnTo>
                  <a:lnTo>
                    <a:pt x="5300599" y="2557399"/>
                  </a:lnTo>
                  <a:cubicBezTo>
                    <a:pt x="5295265" y="2562733"/>
                    <a:pt x="5289550" y="2567432"/>
                    <a:pt x="5283327" y="2571623"/>
                  </a:cubicBezTo>
                  <a:lnTo>
                    <a:pt x="5283327" y="2571623"/>
                  </a:lnTo>
                  <a:lnTo>
                    <a:pt x="5283327" y="2571623"/>
                  </a:lnTo>
                  <a:cubicBezTo>
                    <a:pt x="5277104" y="2575814"/>
                    <a:pt x="5270500" y="2579370"/>
                    <a:pt x="5263515" y="2582164"/>
                  </a:cubicBezTo>
                  <a:lnTo>
                    <a:pt x="5259832" y="2573401"/>
                  </a:lnTo>
                  <a:lnTo>
                    <a:pt x="5263515" y="2582164"/>
                  </a:lnTo>
                  <a:cubicBezTo>
                    <a:pt x="5256530" y="2585085"/>
                    <a:pt x="5249418" y="2587244"/>
                    <a:pt x="5242052" y="2588641"/>
                  </a:cubicBezTo>
                  <a:lnTo>
                    <a:pt x="5240147" y="2579243"/>
                  </a:lnTo>
                  <a:lnTo>
                    <a:pt x="5242052" y="2588641"/>
                  </a:lnTo>
                  <a:cubicBezTo>
                    <a:pt x="5234686" y="2590165"/>
                    <a:pt x="5227320" y="2590800"/>
                    <a:pt x="5219700" y="2590800"/>
                  </a:cubicBezTo>
                  <a:lnTo>
                    <a:pt x="5219700" y="2590800"/>
                  </a:lnTo>
                  <a:lnTo>
                    <a:pt x="5219700" y="2590800"/>
                  </a:lnTo>
                  <a:lnTo>
                    <a:pt x="114300" y="2590800"/>
                  </a:lnTo>
                  <a:lnTo>
                    <a:pt x="114300" y="2590800"/>
                  </a:lnTo>
                  <a:lnTo>
                    <a:pt x="114300" y="2590800"/>
                  </a:lnTo>
                  <a:cubicBezTo>
                    <a:pt x="106807" y="2590800"/>
                    <a:pt x="99314" y="2590038"/>
                    <a:pt x="91948" y="2588641"/>
                  </a:cubicBezTo>
                  <a:lnTo>
                    <a:pt x="91948" y="2588641"/>
                  </a:lnTo>
                  <a:lnTo>
                    <a:pt x="91948" y="2588641"/>
                  </a:lnTo>
                  <a:cubicBezTo>
                    <a:pt x="84582" y="2587117"/>
                    <a:pt x="77470" y="2584958"/>
                    <a:pt x="70485" y="2582164"/>
                  </a:cubicBezTo>
                  <a:lnTo>
                    <a:pt x="74168" y="2573401"/>
                  </a:lnTo>
                  <a:lnTo>
                    <a:pt x="70485" y="2582164"/>
                  </a:lnTo>
                  <a:cubicBezTo>
                    <a:pt x="63500" y="2579243"/>
                    <a:pt x="57023" y="2575814"/>
                    <a:pt x="50673" y="2571623"/>
                  </a:cubicBezTo>
                  <a:lnTo>
                    <a:pt x="50673" y="2571623"/>
                  </a:lnTo>
                  <a:lnTo>
                    <a:pt x="50673" y="2571623"/>
                  </a:lnTo>
                  <a:cubicBezTo>
                    <a:pt x="44450" y="2567432"/>
                    <a:pt x="38608" y="2562733"/>
                    <a:pt x="33401" y="2557399"/>
                  </a:cubicBezTo>
                  <a:lnTo>
                    <a:pt x="40132" y="2550668"/>
                  </a:lnTo>
                  <a:lnTo>
                    <a:pt x="33401" y="2557399"/>
                  </a:lnTo>
                  <a:cubicBezTo>
                    <a:pt x="28067" y="2552065"/>
                    <a:pt x="23368" y="2546350"/>
                    <a:pt x="19177" y="2540127"/>
                  </a:cubicBezTo>
                  <a:lnTo>
                    <a:pt x="27051" y="2534793"/>
                  </a:lnTo>
                  <a:lnTo>
                    <a:pt x="19177" y="2540127"/>
                  </a:lnTo>
                  <a:cubicBezTo>
                    <a:pt x="14986" y="2533904"/>
                    <a:pt x="11430" y="2527300"/>
                    <a:pt x="8636" y="2520315"/>
                  </a:cubicBezTo>
                  <a:lnTo>
                    <a:pt x="17399" y="2516632"/>
                  </a:lnTo>
                  <a:lnTo>
                    <a:pt x="8636" y="2520315"/>
                  </a:lnTo>
                  <a:cubicBezTo>
                    <a:pt x="5715" y="2513330"/>
                    <a:pt x="3556" y="2506218"/>
                    <a:pt x="2159" y="2498852"/>
                  </a:cubicBezTo>
                  <a:lnTo>
                    <a:pt x="11557" y="2496947"/>
                  </a:lnTo>
                  <a:lnTo>
                    <a:pt x="2159" y="2498852"/>
                  </a:lnTo>
                  <a:cubicBezTo>
                    <a:pt x="635" y="2491486"/>
                    <a:pt x="0" y="2484120"/>
                    <a:pt x="0" y="2476500"/>
                  </a:cubicBezTo>
                  <a:lnTo>
                    <a:pt x="9525" y="2476500"/>
                  </a:lnTo>
                  <a:lnTo>
                    <a:pt x="0" y="2476500"/>
                  </a:lnTo>
                  <a:moveTo>
                    <a:pt x="19050" y="2476500"/>
                  </a:moveTo>
                  <a:cubicBezTo>
                    <a:pt x="19050" y="2482723"/>
                    <a:pt x="19685" y="2488946"/>
                    <a:pt x="20828" y="2495042"/>
                  </a:cubicBezTo>
                  <a:lnTo>
                    <a:pt x="20828" y="2495042"/>
                  </a:lnTo>
                  <a:lnTo>
                    <a:pt x="20828" y="2495042"/>
                  </a:lnTo>
                  <a:cubicBezTo>
                    <a:pt x="22098" y="2501138"/>
                    <a:pt x="23876" y="2507107"/>
                    <a:pt x="26289" y="2512949"/>
                  </a:cubicBezTo>
                  <a:lnTo>
                    <a:pt x="26289" y="2512949"/>
                  </a:lnTo>
                  <a:lnTo>
                    <a:pt x="26289" y="2512949"/>
                  </a:lnTo>
                  <a:cubicBezTo>
                    <a:pt x="28702" y="2518791"/>
                    <a:pt x="31623" y="2524252"/>
                    <a:pt x="35052" y="2529459"/>
                  </a:cubicBezTo>
                  <a:lnTo>
                    <a:pt x="35052" y="2529459"/>
                  </a:lnTo>
                  <a:lnTo>
                    <a:pt x="35052" y="2529459"/>
                  </a:lnTo>
                  <a:cubicBezTo>
                    <a:pt x="38481" y="2534666"/>
                    <a:pt x="42418" y="2539492"/>
                    <a:pt x="46863" y="2543937"/>
                  </a:cubicBezTo>
                  <a:lnTo>
                    <a:pt x="46863" y="2543937"/>
                  </a:lnTo>
                  <a:lnTo>
                    <a:pt x="46863" y="2543937"/>
                  </a:lnTo>
                  <a:cubicBezTo>
                    <a:pt x="51308" y="2548382"/>
                    <a:pt x="56134" y="2552319"/>
                    <a:pt x="61341" y="2555748"/>
                  </a:cubicBezTo>
                  <a:lnTo>
                    <a:pt x="56007" y="2563622"/>
                  </a:lnTo>
                  <a:lnTo>
                    <a:pt x="61341" y="2555748"/>
                  </a:lnTo>
                  <a:cubicBezTo>
                    <a:pt x="66548" y="2559177"/>
                    <a:pt x="72009" y="2562098"/>
                    <a:pt x="77851" y="2564511"/>
                  </a:cubicBezTo>
                  <a:cubicBezTo>
                    <a:pt x="83693" y="2566924"/>
                    <a:pt x="89535" y="2568702"/>
                    <a:pt x="95758" y="2569972"/>
                  </a:cubicBezTo>
                  <a:lnTo>
                    <a:pt x="93853" y="2579370"/>
                  </a:lnTo>
                  <a:lnTo>
                    <a:pt x="95758" y="2569972"/>
                  </a:lnTo>
                  <a:cubicBezTo>
                    <a:pt x="101854" y="2571242"/>
                    <a:pt x="108077" y="2571750"/>
                    <a:pt x="114300" y="2571750"/>
                  </a:cubicBezTo>
                  <a:lnTo>
                    <a:pt x="114300" y="2581275"/>
                  </a:lnTo>
                  <a:lnTo>
                    <a:pt x="114300" y="2571750"/>
                  </a:lnTo>
                  <a:lnTo>
                    <a:pt x="5219700" y="2571750"/>
                  </a:lnTo>
                  <a:lnTo>
                    <a:pt x="5219700" y="2581275"/>
                  </a:lnTo>
                  <a:lnTo>
                    <a:pt x="5219700" y="2571750"/>
                  </a:lnTo>
                  <a:cubicBezTo>
                    <a:pt x="5225923" y="2571750"/>
                    <a:pt x="5232146" y="2571115"/>
                    <a:pt x="5238242" y="2569972"/>
                  </a:cubicBezTo>
                  <a:cubicBezTo>
                    <a:pt x="5244338" y="2568829"/>
                    <a:pt x="5250307" y="2566924"/>
                    <a:pt x="5256149" y="2564511"/>
                  </a:cubicBezTo>
                  <a:lnTo>
                    <a:pt x="5256149" y="2564511"/>
                  </a:lnTo>
                  <a:lnTo>
                    <a:pt x="5256149" y="2564511"/>
                  </a:lnTo>
                  <a:cubicBezTo>
                    <a:pt x="5261991" y="2562098"/>
                    <a:pt x="5267452" y="2559177"/>
                    <a:pt x="5272659" y="2555748"/>
                  </a:cubicBezTo>
                  <a:lnTo>
                    <a:pt x="5277993" y="2563622"/>
                  </a:lnTo>
                  <a:lnTo>
                    <a:pt x="5272659" y="2555748"/>
                  </a:lnTo>
                  <a:cubicBezTo>
                    <a:pt x="5277866" y="2552319"/>
                    <a:pt x="5282692" y="2548382"/>
                    <a:pt x="5287137" y="2543937"/>
                  </a:cubicBezTo>
                  <a:lnTo>
                    <a:pt x="5293868" y="2550668"/>
                  </a:lnTo>
                  <a:lnTo>
                    <a:pt x="5287137" y="2543937"/>
                  </a:lnTo>
                  <a:cubicBezTo>
                    <a:pt x="5291582" y="2539492"/>
                    <a:pt x="5295519" y="2534666"/>
                    <a:pt x="5298948" y="2529459"/>
                  </a:cubicBezTo>
                  <a:lnTo>
                    <a:pt x="5306822" y="2534793"/>
                  </a:lnTo>
                  <a:lnTo>
                    <a:pt x="5298948" y="2529459"/>
                  </a:lnTo>
                  <a:cubicBezTo>
                    <a:pt x="5302377" y="2524252"/>
                    <a:pt x="5305298" y="2518791"/>
                    <a:pt x="5307711" y="2512949"/>
                  </a:cubicBezTo>
                  <a:lnTo>
                    <a:pt x="5316474" y="2516632"/>
                  </a:lnTo>
                  <a:lnTo>
                    <a:pt x="5307711" y="2512949"/>
                  </a:lnTo>
                  <a:cubicBezTo>
                    <a:pt x="5310124" y="2507107"/>
                    <a:pt x="5311902" y="2501265"/>
                    <a:pt x="5313172" y="2495042"/>
                  </a:cubicBezTo>
                  <a:lnTo>
                    <a:pt x="5322570" y="2496947"/>
                  </a:lnTo>
                  <a:lnTo>
                    <a:pt x="5313172" y="2495042"/>
                  </a:lnTo>
                  <a:cubicBezTo>
                    <a:pt x="5314442" y="2488946"/>
                    <a:pt x="5314950" y="2482723"/>
                    <a:pt x="5314950" y="2476500"/>
                  </a:cubicBezTo>
                  <a:lnTo>
                    <a:pt x="5314950" y="114300"/>
                  </a:lnTo>
                  <a:cubicBezTo>
                    <a:pt x="5314950" y="108077"/>
                    <a:pt x="5314315" y="101854"/>
                    <a:pt x="5313172" y="95758"/>
                  </a:cubicBezTo>
                  <a:lnTo>
                    <a:pt x="5322570" y="93853"/>
                  </a:lnTo>
                  <a:lnTo>
                    <a:pt x="5313172" y="95758"/>
                  </a:lnTo>
                  <a:cubicBezTo>
                    <a:pt x="5311902" y="89662"/>
                    <a:pt x="5310124" y="83693"/>
                    <a:pt x="5307711" y="77851"/>
                  </a:cubicBezTo>
                  <a:lnTo>
                    <a:pt x="5316474" y="74168"/>
                  </a:lnTo>
                  <a:lnTo>
                    <a:pt x="5307711" y="77851"/>
                  </a:lnTo>
                  <a:cubicBezTo>
                    <a:pt x="5305298" y="72009"/>
                    <a:pt x="5302377" y="66548"/>
                    <a:pt x="5298948" y="61341"/>
                  </a:cubicBezTo>
                  <a:lnTo>
                    <a:pt x="5306822" y="56007"/>
                  </a:lnTo>
                  <a:lnTo>
                    <a:pt x="5298948" y="61341"/>
                  </a:lnTo>
                  <a:cubicBezTo>
                    <a:pt x="5295519" y="56134"/>
                    <a:pt x="5291582" y="51308"/>
                    <a:pt x="5287137" y="46863"/>
                  </a:cubicBezTo>
                  <a:lnTo>
                    <a:pt x="5293868" y="40132"/>
                  </a:lnTo>
                  <a:lnTo>
                    <a:pt x="5287137" y="46863"/>
                  </a:lnTo>
                  <a:cubicBezTo>
                    <a:pt x="5282692" y="42418"/>
                    <a:pt x="5277866" y="38481"/>
                    <a:pt x="5272659" y="35052"/>
                  </a:cubicBezTo>
                  <a:lnTo>
                    <a:pt x="5272659" y="35052"/>
                  </a:lnTo>
                  <a:lnTo>
                    <a:pt x="5272659" y="35052"/>
                  </a:lnTo>
                  <a:cubicBezTo>
                    <a:pt x="5267452" y="31623"/>
                    <a:pt x="5261991" y="28702"/>
                    <a:pt x="5256149" y="26289"/>
                  </a:cubicBezTo>
                  <a:lnTo>
                    <a:pt x="5259832" y="17526"/>
                  </a:lnTo>
                  <a:lnTo>
                    <a:pt x="5256149" y="26289"/>
                  </a:lnTo>
                  <a:cubicBezTo>
                    <a:pt x="5250307" y="23876"/>
                    <a:pt x="5244465" y="22098"/>
                    <a:pt x="5238242" y="20828"/>
                  </a:cubicBezTo>
                  <a:cubicBezTo>
                    <a:pt x="5232019" y="19558"/>
                    <a:pt x="5225923" y="19050"/>
                    <a:pt x="5219700" y="19050"/>
                  </a:cubicBezTo>
                  <a:lnTo>
                    <a:pt x="114300" y="19050"/>
                  </a:lnTo>
                  <a:cubicBezTo>
                    <a:pt x="108077" y="19050"/>
                    <a:pt x="101854" y="19685"/>
                    <a:pt x="95758" y="20828"/>
                  </a:cubicBezTo>
                  <a:lnTo>
                    <a:pt x="93853" y="11557"/>
                  </a:lnTo>
                  <a:lnTo>
                    <a:pt x="95758" y="20955"/>
                  </a:lnTo>
                  <a:cubicBezTo>
                    <a:pt x="89662" y="22225"/>
                    <a:pt x="83693" y="24003"/>
                    <a:pt x="77851" y="26416"/>
                  </a:cubicBezTo>
                  <a:lnTo>
                    <a:pt x="74168" y="17653"/>
                  </a:lnTo>
                  <a:lnTo>
                    <a:pt x="77851" y="26416"/>
                  </a:lnTo>
                  <a:cubicBezTo>
                    <a:pt x="72009" y="28829"/>
                    <a:pt x="66548" y="31750"/>
                    <a:pt x="61341" y="35179"/>
                  </a:cubicBezTo>
                  <a:lnTo>
                    <a:pt x="61341" y="35179"/>
                  </a:lnTo>
                  <a:lnTo>
                    <a:pt x="61341" y="35179"/>
                  </a:lnTo>
                  <a:cubicBezTo>
                    <a:pt x="56134" y="38608"/>
                    <a:pt x="51308" y="42545"/>
                    <a:pt x="46863" y="46990"/>
                  </a:cubicBezTo>
                  <a:lnTo>
                    <a:pt x="46863" y="46990"/>
                  </a:lnTo>
                  <a:lnTo>
                    <a:pt x="46863" y="46990"/>
                  </a:lnTo>
                  <a:cubicBezTo>
                    <a:pt x="42418" y="51435"/>
                    <a:pt x="38481" y="56261"/>
                    <a:pt x="35052" y="61468"/>
                  </a:cubicBezTo>
                  <a:lnTo>
                    <a:pt x="35052" y="61468"/>
                  </a:lnTo>
                  <a:lnTo>
                    <a:pt x="35052" y="61468"/>
                  </a:lnTo>
                  <a:cubicBezTo>
                    <a:pt x="31623" y="66675"/>
                    <a:pt x="28702" y="72136"/>
                    <a:pt x="26289" y="77978"/>
                  </a:cubicBezTo>
                  <a:lnTo>
                    <a:pt x="26289" y="77978"/>
                  </a:lnTo>
                  <a:lnTo>
                    <a:pt x="26289" y="77978"/>
                  </a:lnTo>
                  <a:cubicBezTo>
                    <a:pt x="23876" y="83820"/>
                    <a:pt x="22098" y="89662"/>
                    <a:pt x="20828" y="95885"/>
                  </a:cubicBezTo>
                  <a:lnTo>
                    <a:pt x="11430" y="93980"/>
                  </a:lnTo>
                  <a:lnTo>
                    <a:pt x="20828" y="95885"/>
                  </a:lnTo>
                  <a:cubicBezTo>
                    <a:pt x="19558" y="101981"/>
                    <a:pt x="19050" y="108204"/>
                    <a:pt x="19050" y="114427"/>
                  </a:cubicBezTo>
                  <a:lnTo>
                    <a:pt x="19050" y="2476627"/>
                  </a:ln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561086" y="464566"/>
              <a:ext cx="457454" cy="457454"/>
            </a:xfrm>
            <a:custGeom>
              <a:avLst/>
              <a:gdLst/>
              <a:ahLst/>
              <a:cxnLst/>
              <a:rect r="r" b="b" t="t" l="l"/>
              <a:pathLst>
                <a:path h="457454" w="457454">
                  <a:moveTo>
                    <a:pt x="0" y="381127"/>
                  </a:moveTo>
                  <a:lnTo>
                    <a:pt x="0" y="76327"/>
                  </a:lnTo>
                  <a:cubicBezTo>
                    <a:pt x="0" y="71374"/>
                    <a:pt x="508" y="66421"/>
                    <a:pt x="1524" y="61468"/>
                  </a:cubicBezTo>
                  <a:cubicBezTo>
                    <a:pt x="2540" y="56515"/>
                    <a:pt x="3937" y="51816"/>
                    <a:pt x="5842" y="47117"/>
                  </a:cubicBezTo>
                  <a:cubicBezTo>
                    <a:pt x="7747" y="42418"/>
                    <a:pt x="10160" y="38100"/>
                    <a:pt x="12827" y="33909"/>
                  </a:cubicBezTo>
                  <a:cubicBezTo>
                    <a:pt x="15494" y="29718"/>
                    <a:pt x="18796" y="25908"/>
                    <a:pt x="22352" y="22352"/>
                  </a:cubicBezTo>
                  <a:cubicBezTo>
                    <a:pt x="25908" y="18796"/>
                    <a:pt x="29718" y="15621"/>
                    <a:pt x="33909" y="12827"/>
                  </a:cubicBezTo>
                  <a:cubicBezTo>
                    <a:pt x="38100" y="10033"/>
                    <a:pt x="42418" y="7747"/>
                    <a:pt x="47117" y="5842"/>
                  </a:cubicBezTo>
                  <a:cubicBezTo>
                    <a:pt x="51816" y="3937"/>
                    <a:pt x="56515" y="2540"/>
                    <a:pt x="61468" y="1524"/>
                  </a:cubicBezTo>
                  <a:cubicBezTo>
                    <a:pt x="66421" y="508"/>
                    <a:pt x="71374" y="0"/>
                    <a:pt x="76327" y="0"/>
                  </a:cubicBezTo>
                  <a:lnTo>
                    <a:pt x="381127" y="0"/>
                  </a:lnTo>
                  <a:cubicBezTo>
                    <a:pt x="386080" y="0"/>
                    <a:pt x="391033" y="508"/>
                    <a:pt x="395986" y="1524"/>
                  </a:cubicBezTo>
                  <a:cubicBezTo>
                    <a:pt x="400939" y="2540"/>
                    <a:pt x="405638" y="3937"/>
                    <a:pt x="410337" y="5842"/>
                  </a:cubicBezTo>
                  <a:cubicBezTo>
                    <a:pt x="415036" y="7747"/>
                    <a:pt x="419354" y="10160"/>
                    <a:pt x="423545" y="12827"/>
                  </a:cubicBezTo>
                  <a:cubicBezTo>
                    <a:pt x="427736" y="15494"/>
                    <a:pt x="431546" y="18796"/>
                    <a:pt x="435102" y="22352"/>
                  </a:cubicBezTo>
                  <a:cubicBezTo>
                    <a:pt x="438658" y="25908"/>
                    <a:pt x="441833" y="29718"/>
                    <a:pt x="444627" y="33909"/>
                  </a:cubicBezTo>
                  <a:cubicBezTo>
                    <a:pt x="447421" y="38100"/>
                    <a:pt x="449707" y="42418"/>
                    <a:pt x="451612" y="47117"/>
                  </a:cubicBezTo>
                  <a:cubicBezTo>
                    <a:pt x="453517" y="51816"/>
                    <a:pt x="454914" y="56515"/>
                    <a:pt x="455930" y="61468"/>
                  </a:cubicBezTo>
                  <a:cubicBezTo>
                    <a:pt x="456946" y="66421"/>
                    <a:pt x="457454" y="71374"/>
                    <a:pt x="457454" y="76327"/>
                  </a:cubicBezTo>
                  <a:lnTo>
                    <a:pt x="457454" y="381127"/>
                  </a:lnTo>
                  <a:cubicBezTo>
                    <a:pt x="457454" y="386080"/>
                    <a:pt x="456946" y="391033"/>
                    <a:pt x="455930" y="395986"/>
                  </a:cubicBezTo>
                  <a:cubicBezTo>
                    <a:pt x="454914" y="400939"/>
                    <a:pt x="453517" y="405638"/>
                    <a:pt x="451612" y="410337"/>
                  </a:cubicBezTo>
                  <a:cubicBezTo>
                    <a:pt x="449707" y="415036"/>
                    <a:pt x="447294" y="419354"/>
                    <a:pt x="444627" y="423545"/>
                  </a:cubicBezTo>
                  <a:cubicBezTo>
                    <a:pt x="441960" y="427736"/>
                    <a:pt x="438658" y="431546"/>
                    <a:pt x="435102" y="435102"/>
                  </a:cubicBezTo>
                  <a:cubicBezTo>
                    <a:pt x="431546" y="438658"/>
                    <a:pt x="427736" y="441833"/>
                    <a:pt x="423545" y="444627"/>
                  </a:cubicBezTo>
                  <a:cubicBezTo>
                    <a:pt x="419354" y="447421"/>
                    <a:pt x="415036" y="449707"/>
                    <a:pt x="410337" y="451612"/>
                  </a:cubicBezTo>
                  <a:cubicBezTo>
                    <a:pt x="405638" y="453517"/>
                    <a:pt x="400939" y="454914"/>
                    <a:pt x="395986" y="455930"/>
                  </a:cubicBezTo>
                  <a:cubicBezTo>
                    <a:pt x="391033" y="456946"/>
                    <a:pt x="386080" y="457454"/>
                    <a:pt x="381127" y="457454"/>
                  </a:cubicBezTo>
                  <a:lnTo>
                    <a:pt x="76327" y="457454"/>
                  </a:lnTo>
                  <a:cubicBezTo>
                    <a:pt x="71374" y="457454"/>
                    <a:pt x="66421" y="456946"/>
                    <a:pt x="61468" y="455930"/>
                  </a:cubicBezTo>
                  <a:cubicBezTo>
                    <a:pt x="56515" y="454914"/>
                    <a:pt x="51816" y="453517"/>
                    <a:pt x="47117" y="451612"/>
                  </a:cubicBezTo>
                  <a:cubicBezTo>
                    <a:pt x="42418" y="449707"/>
                    <a:pt x="38100" y="447294"/>
                    <a:pt x="33909" y="444627"/>
                  </a:cubicBezTo>
                  <a:cubicBezTo>
                    <a:pt x="29718" y="441960"/>
                    <a:pt x="25908" y="438658"/>
                    <a:pt x="22352" y="435102"/>
                  </a:cubicBezTo>
                  <a:cubicBezTo>
                    <a:pt x="18796" y="431546"/>
                    <a:pt x="15621" y="427736"/>
                    <a:pt x="12827" y="423545"/>
                  </a:cubicBezTo>
                  <a:cubicBezTo>
                    <a:pt x="10033" y="419354"/>
                    <a:pt x="7747" y="415036"/>
                    <a:pt x="5842" y="410337"/>
                  </a:cubicBezTo>
                  <a:cubicBezTo>
                    <a:pt x="3937" y="405638"/>
                    <a:pt x="2540" y="400939"/>
                    <a:pt x="1524" y="395986"/>
                  </a:cubicBezTo>
                  <a:cubicBezTo>
                    <a:pt x="508" y="391033"/>
                    <a:pt x="0" y="386080"/>
                    <a:pt x="0" y="381127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292354" y="7024712"/>
            <a:ext cx="7316894" cy="3617294"/>
            <a:chOff x="0" y="0"/>
            <a:chExt cx="7225792" cy="357225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225792" cy="3572256"/>
            </a:xfrm>
            <a:custGeom>
              <a:avLst/>
              <a:gdLst/>
              <a:ahLst/>
              <a:cxnLst/>
              <a:rect r="r" b="b" t="t" l="l"/>
              <a:pathLst>
                <a:path h="3572256" w="7225792">
                  <a:moveTo>
                    <a:pt x="7016496" y="22352"/>
                  </a:moveTo>
                  <a:cubicBezTo>
                    <a:pt x="7035038" y="22352"/>
                    <a:pt x="7052818" y="25908"/>
                    <a:pt x="7069963" y="33020"/>
                  </a:cubicBezTo>
                  <a:cubicBezTo>
                    <a:pt x="7087108" y="40132"/>
                    <a:pt x="7102221" y="50165"/>
                    <a:pt x="7115302" y="63246"/>
                  </a:cubicBezTo>
                  <a:cubicBezTo>
                    <a:pt x="7128383" y="76327"/>
                    <a:pt x="7138543" y="91440"/>
                    <a:pt x="7145527" y="108585"/>
                  </a:cubicBezTo>
                  <a:cubicBezTo>
                    <a:pt x="7152513" y="125730"/>
                    <a:pt x="7156196" y="143510"/>
                    <a:pt x="7156196" y="162052"/>
                  </a:cubicBezTo>
                  <a:lnTo>
                    <a:pt x="7156196" y="3311652"/>
                  </a:lnTo>
                  <a:cubicBezTo>
                    <a:pt x="7156196" y="3330194"/>
                    <a:pt x="7152639" y="3347974"/>
                    <a:pt x="7145527" y="3365119"/>
                  </a:cubicBezTo>
                  <a:cubicBezTo>
                    <a:pt x="7138415" y="3382264"/>
                    <a:pt x="7128383" y="3397377"/>
                    <a:pt x="7115302" y="3410458"/>
                  </a:cubicBezTo>
                  <a:cubicBezTo>
                    <a:pt x="7102221" y="3423539"/>
                    <a:pt x="7087108" y="3433699"/>
                    <a:pt x="7069963" y="3440684"/>
                  </a:cubicBezTo>
                  <a:cubicBezTo>
                    <a:pt x="7052818" y="3447669"/>
                    <a:pt x="7035038" y="3451352"/>
                    <a:pt x="7016496" y="3451352"/>
                  </a:cubicBezTo>
                  <a:lnTo>
                    <a:pt x="209296" y="3451352"/>
                  </a:lnTo>
                  <a:cubicBezTo>
                    <a:pt x="190754" y="3451352"/>
                    <a:pt x="172974" y="3447796"/>
                    <a:pt x="155829" y="3440684"/>
                  </a:cubicBezTo>
                  <a:cubicBezTo>
                    <a:pt x="138684" y="3433572"/>
                    <a:pt x="123571" y="3423539"/>
                    <a:pt x="110490" y="3410458"/>
                  </a:cubicBezTo>
                  <a:cubicBezTo>
                    <a:pt x="97409" y="3397377"/>
                    <a:pt x="87249" y="3382264"/>
                    <a:pt x="80264" y="3365119"/>
                  </a:cubicBezTo>
                  <a:cubicBezTo>
                    <a:pt x="73279" y="3347974"/>
                    <a:pt x="69596" y="3330194"/>
                    <a:pt x="69596" y="3311652"/>
                  </a:cubicBezTo>
                  <a:lnTo>
                    <a:pt x="69596" y="162052"/>
                  </a:lnTo>
                  <a:cubicBezTo>
                    <a:pt x="69596" y="143510"/>
                    <a:pt x="73152" y="125730"/>
                    <a:pt x="80264" y="108585"/>
                  </a:cubicBezTo>
                  <a:cubicBezTo>
                    <a:pt x="87376" y="91440"/>
                    <a:pt x="97409" y="76327"/>
                    <a:pt x="110490" y="63246"/>
                  </a:cubicBezTo>
                  <a:cubicBezTo>
                    <a:pt x="123571" y="50165"/>
                    <a:pt x="138684" y="40005"/>
                    <a:pt x="155829" y="33020"/>
                  </a:cubicBezTo>
                  <a:cubicBezTo>
                    <a:pt x="172974" y="26035"/>
                    <a:pt x="190754" y="22352"/>
                    <a:pt x="209296" y="22352"/>
                  </a:cubicBezTo>
                  <a:close/>
                  <a:moveTo>
                    <a:pt x="0" y="0"/>
                  </a:moveTo>
                  <a:lnTo>
                    <a:pt x="0" y="3572256"/>
                  </a:lnTo>
                  <a:lnTo>
                    <a:pt x="7225792" y="3572256"/>
                  </a:lnTo>
                  <a:lnTo>
                    <a:pt x="7225792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1" id="31"/>
          <p:cNvGrpSpPr>
            <a:grpSpLocks noChangeAspect="true"/>
          </p:cNvGrpSpPr>
          <p:nvPr/>
        </p:nvGrpSpPr>
        <p:grpSpPr>
          <a:xfrm rot="0">
            <a:off x="9292354" y="7024712"/>
            <a:ext cx="7316894" cy="3617294"/>
            <a:chOff x="0" y="0"/>
            <a:chExt cx="5419344" cy="267919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419344" cy="2679192"/>
            </a:xfrm>
            <a:custGeom>
              <a:avLst/>
              <a:gdLst/>
              <a:ahLst/>
              <a:cxnLst/>
              <a:rect r="r" b="b" t="t" l="l"/>
              <a:pathLst>
                <a:path h="2679192" w="5419344">
                  <a:moveTo>
                    <a:pt x="0" y="0"/>
                  </a:moveTo>
                  <a:lnTo>
                    <a:pt x="5419344" y="0"/>
                  </a:lnTo>
                  <a:lnTo>
                    <a:pt x="5419344" y="2679192"/>
                  </a:lnTo>
                  <a:lnTo>
                    <a:pt x="0" y="2679192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115399" y="6930061"/>
            <a:ext cx="7670804" cy="3962974"/>
            <a:chOff x="0" y="0"/>
            <a:chExt cx="7575296" cy="391363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575296" cy="3913632"/>
            </a:xfrm>
            <a:custGeom>
              <a:avLst/>
              <a:gdLst/>
              <a:ahLst/>
              <a:cxnLst/>
              <a:rect r="r" b="b" t="t" l="l"/>
              <a:pathLst>
                <a:path h="3913632" w="7575296">
                  <a:moveTo>
                    <a:pt x="7191248" y="115824"/>
                  </a:moveTo>
                  <a:cubicBezTo>
                    <a:pt x="7209790" y="115824"/>
                    <a:pt x="7227570" y="119380"/>
                    <a:pt x="7244715" y="126492"/>
                  </a:cubicBezTo>
                  <a:cubicBezTo>
                    <a:pt x="7261860" y="133604"/>
                    <a:pt x="7276973" y="143637"/>
                    <a:pt x="7290054" y="156718"/>
                  </a:cubicBezTo>
                  <a:cubicBezTo>
                    <a:pt x="7303135" y="169799"/>
                    <a:pt x="7313295" y="184912"/>
                    <a:pt x="7320280" y="202057"/>
                  </a:cubicBezTo>
                  <a:cubicBezTo>
                    <a:pt x="7327265" y="219202"/>
                    <a:pt x="7330948" y="236982"/>
                    <a:pt x="7330948" y="255524"/>
                  </a:cubicBezTo>
                  <a:lnTo>
                    <a:pt x="7330948" y="3405124"/>
                  </a:lnTo>
                  <a:cubicBezTo>
                    <a:pt x="7330948" y="3423666"/>
                    <a:pt x="7327392" y="3441446"/>
                    <a:pt x="7320280" y="3458591"/>
                  </a:cubicBezTo>
                  <a:cubicBezTo>
                    <a:pt x="7313168" y="3475736"/>
                    <a:pt x="7303135" y="3490849"/>
                    <a:pt x="7290054" y="3503930"/>
                  </a:cubicBezTo>
                  <a:cubicBezTo>
                    <a:pt x="7276973" y="3517011"/>
                    <a:pt x="7261860" y="3527171"/>
                    <a:pt x="7244715" y="3534156"/>
                  </a:cubicBezTo>
                  <a:cubicBezTo>
                    <a:pt x="7227570" y="3541141"/>
                    <a:pt x="7209790" y="3544824"/>
                    <a:pt x="7191248" y="3544824"/>
                  </a:cubicBezTo>
                  <a:lnTo>
                    <a:pt x="384048" y="3544824"/>
                  </a:lnTo>
                  <a:cubicBezTo>
                    <a:pt x="365506" y="3544824"/>
                    <a:pt x="347726" y="3541268"/>
                    <a:pt x="330581" y="3534156"/>
                  </a:cubicBezTo>
                  <a:cubicBezTo>
                    <a:pt x="313436" y="3527044"/>
                    <a:pt x="298323" y="3517011"/>
                    <a:pt x="285242" y="3503930"/>
                  </a:cubicBezTo>
                  <a:cubicBezTo>
                    <a:pt x="272161" y="3490849"/>
                    <a:pt x="262001" y="3475736"/>
                    <a:pt x="255016" y="3458591"/>
                  </a:cubicBezTo>
                  <a:cubicBezTo>
                    <a:pt x="248031" y="3441446"/>
                    <a:pt x="244348" y="3423666"/>
                    <a:pt x="244348" y="3405124"/>
                  </a:cubicBezTo>
                  <a:lnTo>
                    <a:pt x="244348" y="255524"/>
                  </a:lnTo>
                  <a:cubicBezTo>
                    <a:pt x="244348" y="236982"/>
                    <a:pt x="247904" y="219202"/>
                    <a:pt x="255016" y="202057"/>
                  </a:cubicBezTo>
                  <a:cubicBezTo>
                    <a:pt x="262128" y="184912"/>
                    <a:pt x="272161" y="169799"/>
                    <a:pt x="285242" y="156718"/>
                  </a:cubicBezTo>
                  <a:cubicBezTo>
                    <a:pt x="298323" y="143637"/>
                    <a:pt x="313436" y="133477"/>
                    <a:pt x="330581" y="126492"/>
                  </a:cubicBezTo>
                  <a:cubicBezTo>
                    <a:pt x="347726" y="119507"/>
                    <a:pt x="365506" y="115824"/>
                    <a:pt x="384048" y="115824"/>
                  </a:cubicBezTo>
                  <a:close/>
                  <a:moveTo>
                    <a:pt x="0" y="0"/>
                  </a:moveTo>
                  <a:lnTo>
                    <a:pt x="0" y="3913632"/>
                  </a:lnTo>
                  <a:lnTo>
                    <a:pt x="7575296" y="3913632"/>
                  </a:lnTo>
                  <a:lnTo>
                    <a:pt x="7575296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>
            <a:grpSpLocks noChangeAspect="true"/>
          </p:cNvGrpSpPr>
          <p:nvPr/>
        </p:nvGrpSpPr>
        <p:grpSpPr>
          <a:xfrm rot="0">
            <a:off x="1325253" y="411524"/>
            <a:ext cx="823048" cy="823048"/>
            <a:chOff x="0" y="0"/>
            <a:chExt cx="609600" cy="6096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609600" y="304800"/>
                  </a:moveTo>
                  <a:cubicBezTo>
                    <a:pt x="609600" y="314833"/>
                    <a:pt x="609092" y="324739"/>
                    <a:pt x="608076" y="334645"/>
                  </a:cubicBezTo>
                  <a:cubicBezTo>
                    <a:pt x="607060" y="344551"/>
                    <a:pt x="605663" y="354457"/>
                    <a:pt x="603631" y="364236"/>
                  </a:cubicBezTo>
                  <a:cubicBezTo>
                    <a:pt x="601599" y="374015"/>
                    <a:pt x="599313" y="383667"/>
                    <a:pt x="596392" y="393192"/>
                  </a:cubicBezTo>
                  <a:cubicBezTo>
                    <a:pt x="593471" y="402717"/>
                    <a:pt x="590169" y="412115"/>
                    <a:pt x="586359" y="421386"/>
                  </a:cubicBezTo>
                  <a:cubicBezTo>
                    <a:pt x="582549" y="430657"/>
                    <a:pt x="578231" y="439674"/>
                    <a:pt x="573532" y="448437"/>
                  </a:cubicBezTo>
                  <a:cubicBezTo>
                    <a:pt x="568833" y="457200"/>
                    <a:pt x="563753" y="465836"/>
                    <a:pt x="558165" y="474091"/>
                  </a:cubicBezTo>
                  <a:cubicBezTo>
                    <a:pt x="552577" y="482346"/>
                    <a:pt x="546735" y="490347"/>
                    <a:pt x="540385" y="498094"/>
                  </a:cubicBezTo>
                  <a:cubicBezTo>
                    <a:pt x="534035" y="505841"/>
                    <a:pt x="527304" y="513207"/>
                    <a:pt x="520319" y="520319"/>
                  </a:cubicBezTo>
                  <a:cubicBezTo>
                    <a:pt x="513334" y="527431"/>
                    <a:pt x="505841" y="534035"/>
                    <a:pt x="498094" y="540385"/>
                  </a:cubicBezTo>
                  <a:cubicBezTo>
                    <a:pt x="490347" y="546735"/>
                    <a:pt x="482346" y="552704"/>
                    <a:pt x="474091" y="558165"/>
                  </a:cubicBezTo>
                  <a:cubicBezTo>
                    <a:pt x="465836" y="563626"/>
                    <a:pt x="457200" y="568833"/>
                    <a:pt x="448437" y="573532"/>
                  </a:cubicBezTo>
                  <a:cubicBezTo>
                    <a:pt x="439674" y="578231"/>
                    <a:pt x="430657" y="582549"/>
                    <a:pt x="421386" y="586359"/>
                  </a:cubicBezTo>
                  <a:cubicBezTo>
                    <a:pt x="412115" y="590169"/>
                    <a:pt x="402717" y="593598"/>
                    <a:pt x="393192" y="596392"/>
                  </a:cubicBezTo>
                  <a:cubicBezTo>
                    <a:pt x="383667" y="599186"/>
                    <a:pt x="374015" y="601726"/>
                    <a:pt x="364236" y="603631"/>
                  </a:cubicBezTo>
                  <a:cubicBezTo>
                    <a:pt x="354457" y="605536"/>
                    <a:pt x="344551" y="607060"/>
                    <a:pt x="334645" y="608076"/>
                  </a:cubicBezTo>
                  <a:cubicBezTo>
                    <a:pt x="324739" y="609092"/>
                    <a:pt x="314833" y="609600"/>
                    <a:pt x="304800" y="609600"/>
                  </a:cubicBezTo>
                  <a:cubicBezTo>
                    <a:pt x="294767" y="609600"/>
                    <a:pt x="284861" y="609092"/>
                    <a:pt x="274955" y="608076"/>
                  </a:cubicBezTo>
                  <a:cubicBezTo>
                    <a:pt x="265049" y="607060"/>
                    <a:pt x="255143" y="605663"/>
                    <a:pt x="245364" y="603631"/>
                  </a:cubicBezTo>
                  <a:cubicBezTo>
                    <a:pt x="235585" y="601599"/>
                    <a:pt x="225933" y="599313"/>
                    <a:pt x="216408" y="596392"/>
                  </a:cubicBezTo>
                  <a:cubicBezTo>
                    <a:pt x="206883" y="593471"/>
                    <a:pt x="197485" y="590169"/>
                    <a:pt x="188214" y="586359"/>
                  </a:cubicBezTo>
                  <a:cubicBezTo>
                    <a:pt x="178943" y="582549"/>
                    <a:pt x="169926" y="578231"/>
                    <a:pt x="161163" y="573532"/>
                  </a:cubicBezTo>
                  <a:cubicBezTo>
                    <a:pt x="152400" y="568833"/>
                    <a:pt x="143764" y="563753"/>
                    <a:pt x="135509" y="558165"/>
                  </a:cubicBezTo>
                  <a:cubicBezTo>
                    <a:pt x="127254" y="552577"/>
                    <a:pt x="119253" y="546735"/>
                    <a:pt x="111506" y="540385"/>
                  </a:cubicBezTo>
                  <a:cubicBezTo>
                    <a:pt x="103759" y="534035"/>
                    <a:pt x="96393" y="527304"/>
                    <a:pt x="89281" y="520319"/>
                  </a:cubicBezTo>
                  <a:cubicBezTo>
                    <a:pt x="82169" y="513334"/>
                    <a:pt x="75565" y="505841"/>
                    <a:pt x="69215" y="498094"/>
                  </a:cubicBezTo>
                  <a:cubicBezTo>
                    <a:pt x="62865" y="490347"/>
                    <a:pt x="56896" y="482346"/>
                    <a:pt x="51435" y="474091"/>
                  </a:cubicBezTo>
                  <a:cubicBezTo>
                    <a:pt x="45974" y="465836"/>
                    <a:pt x="40767" y="457200"/>
                    <a:pt x="36068" y="448437"/>
                  </a:cubicBezTo>
                  <a:cubicBezTo>
                    <a:pt x="31369" y="439674"/>
                    <a:pt x="27051" y="430657"/>
                    <a:pt x="23241" y="421386"/>
                  </a:cubicBezTo>
                  <a:cubicBezTo>
                    <a:pt x="19431" y="412115"/>
                    <a:pt x="16002" y="402717"/>
                    <a:pt x="13208" y="393192"/>
                  </a:cubicBezTo>
                  <a:cubicBezTo>
                    <a:pt x="10414" y="383667"/>
                    <a:pt x="7874" y="374015"/>
                    <a:pt x="5969" y="364236"/>
                  </a:cubicBezTo>
                  <a:cubicBezTo>
                    <a:pt x="4064" y="354457"/>
                    <a:pt x="2540" y="344551"/>
                    <a:pt x="1524" y="334645"/>
                  </a:cubicBezTo>
                  <a:cubicBezTo>
                    <a:pt x="508" y="324739"/>
                    <a:pt x="0" y="314833"/>
                    <a:pt x="0" y="304800"/>
                  </a:cubicBezTo>
                  <a:cubicBezTo>
                    <a:pt x="0" y="294767"/>
                    <a:pt x="508" y="284861"/>
                    <a:pt x="1524" y="274955"/>
                  </a:cubicBezTo>
                  <a:cubicBezTo>
                    <a:pt x="2540" y="265049"/>
                    <a:pt x="3937" y="255143"/>
                    <a:pt x="5969" y="245364"/>
                  </a:cubicBezTo>
                  <a:cubicBezTo>
                    <a:pt x="8001" y="235585"/>
                    <a:pt x="10287" y="225933"/>
                    <a:pt x="13208" y="216408"/>
                  </a:cubicBezTo>
                  <a:cubicBezTo>
                    <a:pt x="16129" y="206883"/>
                    <a:pt x="19431" y="197485"/>
                    <a:pt x="23241" y="188214"/>
                  </a:cubicBezTo>
                  <a:cubicBezTo>
                    <a:pt x="27051" y="178943"/>
                    <a:pt x="31369" y="169926"/>
                    <a:pt x="36068" y="161163"/>
                  </a:cubicBezTo>
                  <a:cubicBezTo>
                    <a:pt x="40767" y="152400"/>
                    <a:pt x="45847" y="143764"/>
                    <a:pt x="51435" y="135509"/>
                  </a:cubicBezTo>
                  <a:cubicBezTo>
                    <a:pt x="57023" y="127254"/>
                    <a:pt x="62865" y="119253"/>
                    <a:pt x="69215" y="111506"/>
                  </a:cubicBezTo>
                  <a:cubicBezTo>
                    <a:pt x="75565" y="103759"/>
                    <a:pt x="82169" y="96393"/>
                    <a:pt x="89281" y="89281"/>
                  </a:cubicBezTo>
                  <a:cubicBezTo>
                    <a:pt x="96393" y="82169"/>
                    <a:pt x="103759" y="75565"/>
                    <a:pt x="111379" y="69215"/>
                  </a:cubicBezTo>
                  <a:cubicBezTo>
                    <a:pt x="118999" y="62865"/>
                    <a:pt x="127127" y="56896"/>
                    <a:pt x="135382" y="51435"/>
                  </a:cubicBezTo>
                  <a:cubicBezTo>
                    <a:pt x="143637" y="45974"/>
                    <a:pt x="152273" y="40767"/>
                    <a:pt x="161036" y="36068"/>
                  </a:cubicBezTo>
                  <a:cubicBezTo>
                    <a:pt x="169799" y="31369"/>
                    <a:pt x="178816" y="27051"/>
                    <a:pt x="188087" y="23241"/>
                  </a:cubicBezTo>
                  <a:cubicBezTo>
                    <a:pt x="197358" y="19431"/>
                    <a:pt x="206756" y="16002"/>
                    <a:pt x="216281" y="13208"/>
                  </a:cubicBezTo>
                  <a:cubicBezTo>
                    <a:pt x="225806" y="10414"/>
                    <a:pt x="235585" y="7747"/>
                    <a:pt x="245364" y="5842"/>
                  </a:cubicBezTo>
                  <a:cubicBezTo>
                    <a:pt x="255143" y="3937"/>
                    <a:pt x="265049" y="2413"/>
                    <a:pt x="274955" y="1524"/>
                  </a:cubicBezTo>
                  <a:cubicBezTo>
                    <a:pt x="284861" y="635"/>
                    <a:pt x="294767" y="0"/>
                    <a:pt x="304800" y="0"/>
                  </a:cubicBezTo>
                  <a:cubicBezTo>
                    <a:pt x="314833" y="0"/>
                    <a:pt x="324739" y="508"/>
                    <a:pt x="334645" y="1524"/>
                  </a:cubicBezTo>
                  <a:cubicBezTo>
                    <a:pt x="344551" y="2540"/>
                    <a:pt x="354457" y="3937"/>
                    <a:pt x="364236" y="5969"/>
                  </a:cubicBezTo>
                  <a:cubicBezTo>
                    <a:pt x="374015" y="8001"/>
                    <a:pt x="383667" y="10287"/>
                    <a:pt x="393192" y="13208"/>
                  </a:cubicBezTo>
                  <a:cubicBezTo>
                    <a:pt x="402717" y="16129"/>
                    <a:pt x="412115" y="19431"/>
                    <a:pt x="421386" y="23241"/>
                  </a:cubicBezTo>
                  <a:cubicBezTo>
                    <a:pt x="430657" y="27051"/>
                    <a:pt x="439674" y="31369"/>
                    <a:pt x="448437" y="36068"/>
                  </a:cubicBezTo>
                  <a:cubicBezTo>
                    <a:pt x="457200" y="40767"/>
                    <a:pt x="465836" y="45847"/>
                    <a:pt x="474091" y="51435"/>
                  </a:cubicBezTo>
                  <a:cubicBezTo>
                    <a:pt x="482346" y="57023"/>
                    <a:pt x="490347" y="62865"/>
                    <a:pt x="498094" y="69215"/>
                  </a:cubicBezTo>
                  <a:cubicBezTo>
                    <a:pt x="505841" y="75565"/>
                    <a:pt x="513207" y="82296"/>
                    <a:pt x="520319" y="89281"/>
                  </a:cubicBezTo>
                  <a:cubicBezTo>
                    <a:pt x="527431" y="96266"/>
                    <a:pt x="534035" y="103759"/>
                    <a:pt x="540385" y="111506"/>
                  </a:cubicBezTo>
                  <a:cubicBezTo>
                    <a:pt x="546735" y="119253"/>
                    <a:pt x="552704" y="127254"/>
                    <a:pt x="558165" y="135509"/>
                  </a:cubicBezTo>
                  <a:cubicBezTo>
                    <a:pt x="563626" y="143764"/>
                    <a:pt x="568833" y="152400"/>
                    <a:pt x="573532" y="161163"/>
                  </a:cubicBezTo>
                  <a:cubicBezTo>
                    <a:pt x="578231" y="169926"/>
                    <a:pt x="582549" y="178943"/>
                    <a:pt x="586359" y="188214"/>
                  </a:cubicBezTo>
                  <a:cubicBezTo>
                    <a:pt x="590169" y="197485"/>
                    <a:pt x="593598" y="206883"/>
                    <a:pt x="596392" y="216408"/>
                  </a:cubicBezTo>
                  <a:cubicBezTo>
                    <a:pt x="599186" y="225933"/>
                    <a:pt x="601726" y="235585"/>
                    <a:pt x="603631" y="245364"/>
                  </a:cubicBezTo>
                  <a:cubicBezTo>
                    <a:pt x="605536" y="255143"/>
                    <a:pt x="607060" y="265049"/>
                    <a:pt x="608076" y="274955"/>
                  </a:cubicBezTo>
                  <a:cubicBezTo>
                    <a:pt x="609092" y="284861"/>
                    <a:pt x="609600" y="294767"/>
                    <a:pt x="609600" y="30480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</p:grpSp>
      <p:grpSp>
        <p:nvGrpSpPr>
          <p:cNvPr name="Group 37" id="37"/>
          <p:cNvGrpSpPr>
            <a:grpSpLocks noChangeAspect="true"/>
          </p:cNvGrpSpPr>
          <p:nvPr/>
        </p:nvGrpSpPr>
        <p:grpSpPr>
          <a:xfrm rot="0">
            <a:off x="16140111" y="3716575"/>
            <a:ext cx="411524" cy="411524"/>
            <a:chOff x="0" y="0"/>
            <a:chExt cx="304800" cy="304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304800" y="152400"/>
                  </a:moveTo>
                  <a:cubicBezTo>
                    <a:pt x="304800" y="162433"/>
                    <a:pt x="303784" y="172339"/>
                    <a:pt x="301879" y="182118"/>
                  </a:cubicBezTo>
                  <a:cubicBezTo>
                    <a:pt x="299974" y="191897"/>
                    <a:pt x="297053" y="201422"/>
                    <a:pt x="293243" y="210693"/>
                  </a:cubicBezTo>
                  <a:cubicBezTo>
                    <a:pt x="289433" y="219964"/>
                    <a:pt x="284734" y="228727"/>
                    <a:pt x="279146" y="236982"/>
                  </a:cubicBezTo>
                  <a:cubicBezTo>
                    <a:pt x="273558" y="245237"/>
                    <a:pt x="267208" y="252984"/>
                    <a:pt x="260223" y="260096"/>
                  </a:cubicBezTo>
                  <a:cubicBezTo>
                    <a:pt x="253238" y="267208"/>
                    <a:pt x="245491" y="273431"/>
                    <a:pt x="237109" y="279019"/>
                  </a:cubicBezTo>
                  <a:cubicBezTo>
                    <a:pt x="228727" y="284607"/>
                    <a:pt x="219964" y="289306"/>
                    <a:pt x="210820" y="293116"/>
                  </a:cubicBezTo>
                  <a:cubicBezTo>
                    <a:pt x="201676" y="296926"/>
                    <a:pt x="192024" y="299847"/>
                    <a:pt x="182245" y="301752"/>
                  </a:cubicBezTo>
                  <a:cubicBezTo>
                    <a:pt x="172466" y="303657"/>
                    <a:pt x="162433" y="304800"/>
                    <a:pt x="152400" y="304800"/>
                  </a:cubicBezTo>
                  <a:cubicBezTo>
                    <a:pt x="142367" y="304800"/>
                    <a:pt x="132461" y="303784"/>
                    <a:pt x="122682" y="301879"/>
                  </a:cubicBezTo>
                  <a:cubicBezTo>
                    <a:pt x="112903" y="299974"/>
                    <a:pt x="103378" y="297053"/>
                    <a:pt x="94107" y="293243"/>
                  </a:cubicBezTo>
                  <a:cubicBezTo>
                    <a:pt x="84836" y="289433"/>
                    <a:pt x="76073" y="284734"/>
                    <a:pt x="67818" y="279146"/>
                  </a:cubicBezTo>
                  <a:cubicBezTo>
                    <a:pt x="59563" y="273558"/>
                    <a:pt x="51816" y="267208"/>
                    <a:pt x="44704" y="260223"/>
                  </a:cubicBezTo>
                  <a:cubicBezTo>
                    <a:pt x="37592" y="253238"/>
                    <a:pt x="31369" y="245491"/>
                    <a:pt x="25781" y="237109"/>
                  </a:cubicBezTo>
                  <a:cubicBezTo>
                    <a:pt x="20193" y="228727"/>
                    <a:pt x="15494" y="219964"/>
                    <a:pt x="11684" y="210820"/>
                  </a:cubicBezTo>
                  <a:cubicBezTo>
                    <a:pt x="7874" y="201676"/>
                    <a:pt x="4953" y="192024"/>
                    <a:pt x="3048" y="182245"/>
                  </a:cubicBezTo>
                  <a:cubicBezTo>
                    <a:pt x="1143" y="172466"/>
                    <a:pt x="0" y="162433"/>
                    <a:pt x="0" y="152400"/>
                  </a:cubicBezTo>
                  <a:cubicBezTo>
                    <a:pt x="0" y="142367"/>
                    <a:pt x="1016" y="132461"/>
                    <a:pt x="2921" y="122682"/>
                  </a:cubicBezTo>
                  <a:cubicBezTo>
                    <a:pt x="4826" y="112903"/>
                    <a:pt x="7747" y="103378"/>
                    <a:pt x="11557" y="94107"/>
                  </a:cubicBezTo>
                  <a:cubicBezTo>
                    <a:pt x="15367" y="84836"/>
                    <a:pt x="20066" y="76073"/>
                    <a:pt x="25654" y="67818"/>
                  </a:cubicBezTo>
                  <a:cubicBezTo>
                    <a:pt x="31242" y="59563"/>
                    <a:pt x="37592" y="51816"/>
                    <a:pt x="44577" y="44704"/>
                  </a:cubicBezTo>
                  <a:cubicBezTo>
                    <a:pt x="51562" y="37592"/>
                    <a:pt x="59436" y="31242"/>
                    <a:pt x="67691" y="25654"/>
                  </a:cubicBezTo>
                  <a:cubicBezTo>
                    <a:pt x="75946" y="20066"/>
                    <a:pt x="84836" y="15367"/>
                    <a:pt x="94107" y="11557"/>
                  </a:cubicBezTo>
                  <a:cubicBezTo>
                    <a:pt x="103378" y="7747"/>
                    <a:pt x="112903" y="4826"/>
                    <a:pt x="122682" y="2921"/>
                  </a:cubicBezTo>
                  <a:cubicBezTo>
                    <a:pt x="132461" y="1016"/>
                    <a:pt x="142367" y="0"/>
                    <a:pt x="152400" y="0"/>
                  </a:cubicBezTo>
                  <a:cubicBezTo>
                    <a:pt x="162433" y="0"/>
                    <a:pt x="172339" y="1016"/>
                    <a:pt x="182118" y="2921"/>
                  </a:cubicBezTo>
                  <a:cubicBezTo>
                    <a:pt x="191897" y="4826"/>
                    <a:pt x="201422" y="7747"/>
                    <a:pt x="210693" y="11557"/>
                  </a:cubicBezTo>
                  <a:cubicBezTo>
                    <a:pt x="219964" y="15367"/>
                    <a:pt x="228727" y="20066"/>
                    <a:pt x="236982" y="25654"/>
                  </a:cubicBezTo>
                  <a:cubicBezTo>
                    <a:pt x="245237" y="31242"/>
                    <a:pt x="252984" y="37592"/>
                    <a:pt x="260096" y="44577"/>
                  </a:cubicBezTo>
                  <a:cubicBezTo>
                    <a:pt x="267208" y="51562"/>
                    <a:pt x="273431" y="59309"/>
                    <a:pt x="279019" y="67691"/>
                  </a:cubicBezTo>
                  <a:cubicBezTo>
                    <a:pt x="284607" y="76073"/>
                    <a:pt x="289306" y="84836"/>
                    <a:pt x="293116" y="93980"/>
                  </a:cubicBezTo>
                  <a:cubicBezTo>
                    <a:pt x="296926" y="103124"/>
                    <a:pt x="299847" y="112776"/>
                    <a:pt x="301752" y="122555"/>
                  </a:cubicBezTo>
                  <a:cubicBezTo>
                    <a:pt x="303657" y="132334"/>
                    <a:pt x="304800" y="142367"/>
                    <a:pt x="304800" y="152400"/>
                  </a:cubicBezTo>
                  <a:close/>
                </a:path>
              </a:pathLst>
            </a:custGeom>
            <a:solidFill>
              <a:srgbClr val="93C5FD"/>
            </a:solidFill>
          </p:spPr>
        </p:sp>
      </p:grpSp>
      <p:grpSp>
        <p:nvGrpSpPr>
          <p:cNvPr name="Group 39" id="39"/>
          <p:cNvGrpSpPr>
            <a:grpSpLocks noChangeAspect="true"/>
          </p:cNvGrpSpPr>
          <p:nvPr/>
        </p:nvGrpSpPr>
        <p:grpSpPr>
          <a:xfrm rot="0">
            <a:off x="9029661" y="6844323"/>
            <a:ext cx="8019223" cy="4134438"/>
            <a:chOff x="0" y="0"/>
            <a:chExt cx="5939536" cy="306222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63500" y="63500"/>
              <a:ext cx="5681472" cy="2935224"/>
            </a:xfrm>
            <a:custGeom>
              <a:avLst/>
              <a:gdLst/>
              <a:ahLst/>
              <a:cxnLst/>
              <a:rect r="r" b="b" t="t" l="l"/>
              <a:pathLst>
                <a:path h="2935224" w="5681472">
                  <a:moveTo>
                    <a:pt x="0" y="0"/>
                  </a:moveTo>
                  <a:lnTo>
                    <a:pt x="5681472" y="0"/>
                  </a:lnTo>
                  <a:lnTo>
                    <a:pt x="5681472" y="2935224"/>
                  </a:lnTo>
                  <a:lnTo>
                    <a:pt x="0" y="293522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246761" y="150241"/>
              <a:ext cx="5315204" cy="2572004"/>
            </a:xfrm>
            <a:custGeom>
              <a:avLst/>
              <a:gdLst/>
              <a:ahLst/>
              <a:cxnLst/>
              <a:rect r="r" b="b" t="t" l="l"/>
              <a:pathLst>
                <a:path h="2572004" w="5315204">
                  <a:moveTo>
                    <a:pt x="0" y="2467102"/>
                  </a:moveTo>
                  <a:lnTo>
                    <a:pt x="0" y="104902"/>
                  </a:lnTo>
                  <a:cubicBezTo>
                    <a:pt x="0" y="98044"/>
                    <a:pt x="635" y="91186"/>
                    <a:pt x="2032" y="84455"/>
                  </a:cubicBezTo>
                  <a:cubicBezTo>
                    <a:pt x="3429" y="77724"/>
                    <a:pt x="5334" y="71120"/>
                    <a:pt x="8001" y="64770"/>
                  </a:cubicBezTo>
                  <a:cubicBezTo>
                    <a:pt x="10668" y="58420"/>
                    <a:pt x="13843" y="52324"/>
                    <a:pt x="17653" y="46609"/>
                  </a:cubicBezTo>
                  <a:cubicBezTo>
                    <a:pt x="21463" y="40894"/>
                    <a:pt x="25781" y="35560"/>
                    <a:pt x="30734" y="30734"/>
                  </a:cubicBezTo>
                  <a:cubicBezTo>
                    <a:pt x="35687" y="25908"/>
                    <a:pt x="40894" y="21463"/>
                    <a:pt x="46609" y="17653"/>
                  </a:cubicBezTo>
                  <a:cubicBezTo>
                    <a:pt x="52324" y="13843"/>
                    <a:pt x="58420" y="10541"/>
                    <a:pt x="64770" y="8001"/>
                  </a:cubicBezTo>
                  <a:cubicBezTo>
                    <a:pt x="71120" y="5461"/>
                    <a:pt x="77724" y="3429"/>
                    <a:pt x="84455" y="2032"/>
                  </a:cubicBezTo>
                  <a:cubicBezTo>
                    <a:pt x="91186" y="635"/>
                    <a:pt x="98044" y="0"/>
                    <a:pt x="104902" y="0"/>
                  </a:cubicBezTo>
                  <a:lnTo>
                    <a:pt x="5210302" y="0"/>
                  </a:lnTo>
                  <a:cubicBezTo>
                    <a:pt x="5217160" y="0"/>
                    <a:pt x="5224018" y="635"/>
                    <a:pt x="5230749" y="2032"/>
                  </a:cubicBezTo>
                  <a:cubicBezTo>
                    <a:pt x="5237480" y="3429"/>
                    <a:pt x="5244084" y="5334"/>
                    <a:pt x="5250434" y="8001"/>
                  </a:cubicBezTo>
                  <a:cubicBezTo>
                    <a:pt x="5256784" y="10668"/>
                    <a:pt x="5262880" y="13843"/>
                    <a:pt x="5268595" y="17653"/>
                  </a:cubicBezTo>
                  <a:cubicBezTo>
                    <a:pt x="5274309" y="21463"/>
                    <a:pt x="5279644" y="25781"/>
                    <a:pt x="5284470" y="30734"/>
                  </a:cubicBezTo>
                  <a:cubicBezTo>
                    <a:pt x="5289296" y="35687"/>
                    <a:pt x="5293741" y="40894"/>
                    <a:pt x="5297551" y="46609"/>
                  </a:cubicBezTo>
                  <a:cubicBezTo>
                    <a:pt x="5301360" y="52324"/>
                    <a:pt x="5304663" y="58420"/>
                    <a:pt x="5307203" y="64770"/>
                  </a:cubicBezTo>
                  <a:cubicBezTo>
                    <a:pt x="5309743" y="71120"/>
                    <a:pt x="5311775" y="77724"/>
                    <a:pt x="5313172" y="84455"/>
                  </a:cubicBezTo>
                  <a:cubicBezTo>
                    <a:pt x="5314569" y="91186"/>
                    <a:pt x="5315204" y="98044"/>
                    <a:pt x="5315204" y="104902"/>
                  </a:cubicBezTo>
                  <a:lnTo>
                    <a:pt x="5315204" y="2467102"/>
                  </a:lnTo>
                  <a:cubicBezTo>
                    <a:pt x="5315204" y="2473960"/>
                    <a:pt x="5314569" y="2480818"/>
                    <a:pt x="5313172" y="2487549"/>
                  </a:cubicBezTo>
                  <a:cubicBezTo>
                    <a:pt x="5311775" y="2494280"/>
                    <a:pt x="5309870" y="2500884"/>
                    <a:pt x="5307203" y="2507234"/>
                  </a:cubicBezTo>
                  <a:cubicBezTo>
                    <a:pt x="5304536" y="2513584"/>
                    <a:pt x="5301361" y="2519680"/>
                    <a:pt x="5297551" y="2525395"/>
                  </a:cubicBezTo>
                  <a:cubicBezTo>
                    <a:pt x="5293740" y="2531110"/>
                    <a:pt x="5289422" y="2536444"/>
                    <a:pt x="5284470" y="2541270"/>
                  </a:cubicBezTo>
                  <a:cubicBezTo>
                    <a:pt x="5279517" y="2546096"/>
                    <a:pt x="5274310" y="2550541"/>
                    <a:pt x="5268595" y="2554351"/>
                  </a:cubicBezTo>
                  <a:cubicBezTo>
                    <a:pt x="5262879" y="2558161"/>
                    <a:pt x="5256784" y="2561463"/>
                    <a:pt x="5250434" y="2564003"/>
                  </a:cubicBezTo>
                  <a:cubicBezTo>
                    <a:pt x="5244084" y="2566543"/>
                    <a:pt x="5237480" y="2568575"/>
                    <a:pt x="5230749" y="2569972"/>
                  </a:cubicBezTo>
                  <a:cubicBezTo>
                    <a:pt x="5224018" y="2571369"/>
                    <a:pt x="5217160" y="2572004"/>
                    <a:pt x="5210302" y="2572004"/>
                  </a:cubicBezTo>
                  <a:lnTo>
                    <a:pt x="104902" y="2572004"/>
                  </a:lnTo>
                  <a:cubicBezTo>
                    <a:pt x="98044" y="2572004"/>
                    <a:pt x="91186" y="2571369"/>
                    <a:pt x="84455" y="2569972"/>
                  </a:cubicBezTo>
                  <a:cubicBezTo>
                    <a:pt x="77724" y="2568575"/>
                    <a:pt x="71120" y="2566670"/>
                    <a:pt x="64770" y="2564003"/>
                  </a:cubicBezTo>
                  <a:cubicBezTo>
                    <a:pt x="58420" y="2561336"/>
                    <a:pt x="52324" y="2558161"/>
                    <a:pt x="46609" y="2554351"/>
                  </a:cubicBezTo>
                  <a:cubicBezTo>
                    <a:pt x="40894" y="2550541"/>
                    <a:pt x="35560" y="2546223"/>
                    <a:pt x="30734" y="2541270"/>
                  </a:cubicBezTo>
                  <a:cubicBezTo>
                    <a:pt x="25908" y="2536317"/>
                    <a:pt x="21463" y="2531110"/>
                    <a:pt x="17653" y="2525395"/>
                  </a:cubicBezTo>
                  <a:cubicBezTo>
                    <a:pt x="13843" y="2519680"/>
                    <a:pt x="10541" y="2513584"/>
                    <a:pt x="8001" y="2507234"/>
                  </a:cubicBezTo>
                  <a:cubicBezTo>
                    <a:pt x="5461" y="2500884"/>
                    <a:pt x="3429" y="2494280"/>
                    <a:pt x="2032" y="2487549"/>
                  </a:cubicBezTo>
                  <a:cubicBezTo>
                    <a:pt x="635" y="2480818"/>
                    <a:pt x="0" y="2473960"/>
                    <a:pt x="0" y="246710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237236" y="140843"/>
              <a:ext cx="5334000" cy="2590800"/>
            </a:xfrm>
            <a:custGeom>
              <a:avLst/>
              <a:gdLst/>
              <a:ahLst/>
              <a:cxnLst/>
              <a:rect r="r" b="b" t="t" l="l"/>
              <a:pathLst>
                <a:path h="2590800" w="5334000">
                  <a:moveTo>
                    <a:pt x="0" y="2476500"/>
                  </a:moveTo>
                  <a:lnTo>
                    <a:pt x="0" y="114300"/>
                  </a:lnTo>
                  <a:lnTo>
                    <a:pt x="9525" y="114300"/>
                  </a:lnTo>
                  <a:lnTo>
                    <a:pt x="0" y="114300"/>
                  </a:lnTo>
                  <a:cubicBezTo>
                    <a:pt x="0" y="106807"/>
                    <a:pt x="762" y="99314"/>
                    <a:pt x="2159" y="91948"/>
                  </a:cubicBezTo>
                  <a:lnTo>
                    <a:pt x="2159" y="91948"/>
                  </a:lnTo>
                  <a:lnTo>
                    <a:pt x="2159" y="91948"/>
                  </a:lnTo>
                  <a:cubicBezTo>
                    <a:pt x="3683" y="84582"/>
                    <a:pt x="5842" y="77470"/>
                    <a:pt x="8636" y="70485"/>
                  </a:cubicBezTo>
                  <a:lnTo>
                    <a:pt x="17399" y="74168"/>
                  </a:lnTo>
                  <a:lnTo>
                    <a:pt x="8636" y="70485"/>
                  </a:lnTo>
                  <a:cubicBezTo>
                    <a:pt x="11557" y="63500"/>
                    <a:pt x="14986" y="57023"/>
                    <a:pt x="19177" y="50673"/>
                  </a:cubicBezTo>
                  <a:lnTo>
                    <a:pt x="19177" y="50673"/>
                  </a:lnTo>
                  <a:lnTo>
                    <a:pt x="19177" y="50673"/>
                  </a:lnTo>
                  <a:cubicBezTo>
                    <a:pt x="23368" y="44450"/>
                    <a:pt x="28067" y="38608"/>
                    <a:pt x="33401" y="33401"/>
                  </a:cubicBezTo>
                  <a:lnTo>
                    <a:pt x="40132" y="40132"/>
                  </a:lnTo>
                  <a:lnTo>
                    <a:pt x="33401" y="33401"/>
                  </a:lnTo>
                  <a:cubicBezTo>
                    <a:pt x="38735" y="28067"/>
                    <a:pt x="44450" y="23368"/>
                    <a:pt x="50673" y="19177"/>
                  </a:cubicBezTo>
                  <a:lnTo>
                    <a:pt x="56007" y="27051"/>
                  </a:lnTo>
                  <a:lnTo>
                    <a:pt x="50673" y="19177"/>
                  </a:lnTo>
                  <a:cubicBezTo>
                    <a:pt x="56896" y="14986"/>
                    <a:pt x="63500" y="11430"/>
                    <a:pt x="70485" y="8636"/>
                  </a:cubicBezTo>
                  <a:lnTo>
                    <a:pt x="70485" y="8636"/>
                  </a:lnTo>
                  <a:lnTo>
                    <a:pt x="70485" y="8636"/>
                  </a:lnTo>
                  <a:cubicBezTo>
                    <a:pt x="77470" y="5715"/>
                    <a:pt x="84582" y="3556"/>
                    <a:pt x="91948" y="2159"/>
                  </a:cubicBezTo>
                  <a:lnTo>
                    <a:pt x="93853" y="11557"/>
                  </a:lnTo>
                  <a:lnTo>
                    <a:pt x="91948" y="2159"/>
                  </a:lnTo>
                  <a:cubicBezTo>
                    <a:pt x="99314" y="635"/>
                    <a:pt x="106680" y="0"/>
                    <a:pt x="114300" y="0"/>
                  </a:cubicBezTo>
                  <a:lnTo>
                    <a:pt x="114300" y="9525"/>
                  </a:lnTo>
                  <a:lnTo>
                    <a:pt x="114300" y="0"/>
                  </a:lnTo>
                  <a:lnTo>
                    <a:pt x="5219700" y="0"/>
                  </a:lnTo>
                  <a:lnTo>
                    <a:pt x="5219700" y="9525"/>
                  </a:lnTo>
                  <a:lnTo>
                    <a:pt x="5219700" y="0"/>
                  </a:lnTo>
                  <a:cubicBezTo>
                    <a:pt x="5227193" y="0"/>
                    <a:pt x="5234686" y="762"/>
                    <a:pt x="5242052" y="2159"/>
                  </a:cubicBezTo>
                  <a:lnTo>
                    <a:pt x="5240147" y="11557"/>
                  </a:lnTo>
                  <a:lnTo>
                    <a:pt x="5242052" y="2159"/>
                  </a:lnTo>
                  <a:cubicBezTo>
                    <a:pt x="5249418" y="3683"/>
                    <a:pt x="5256530" y="5842"/>
                    <a:pt x="5263515" y="8636"/>
                  </a:cubicBezTo>
                  <a:lnTo>
                    <a:pt x="5263515" y="8636"/>
                  </a:lnTo>
                  <a:lnTo>
                    <a:pt x="5263515" y="8636"/>
                  </a:lnTo>
                  <a:cubicBezTo>
                    <a:pt x="5270500" y="11557"/>
                    <a:pt x="5276977" y="14986"/>
                    <a:pt x="5283327" y="19177"/>
                  </a:cubicBezTo>
                  <a:lnTo>
                    <a:pt x="5277993" y="27051"/>
                  </a:lnTo>
                  <a:lnTo>
                    <a:pt x="5283327" y="19177"/>
                  </a:lnTo>
                  <a:cubicBezTo>
                    <a:pt x="5289550" y="23368"/>
                    <a:pt x="5295392" y="28067"/>
                    <a:pt x="5300599" y="33401"/>
                  </a:cubicBezTo>
                  <a:lnTo>
                    <a:pt x="5300599" y="33401"/>
                  </a:lnTo>
                  <a:lnTo>
                    <a:pt x="5300599" y="33401"/>
                  </a:lnTo>
                  <a:cubicBezTo>
                    <a:pt x="5305933" y="38735"/>
                    <a:pt x="5310632" y="44450"/>
                    <a:pt x="5314823" y="50673"/>
                  </a:cubicBezTo>
                  <a:lnTo>
                    <a:pt x="5306949" y="56007"/>
                  </a:lnTo>
                  <a:lnTo>
                    <a:pt x="5314823" y="50673"/>
                  </a:lnTo>
                  <a:cubicBezTo>
                    <a:pt x="5319014" y="56896"/>
                    <a:pt x="5322570" y="63500"/>
                    <a:pt x="5325364" y="70485"/>
                  </a:cubicBezTo>
                  <a:lnTo>
                    <a:pt x="5325364" y="70485"/>
                  </a:lnTo>
                  <a:lnTo>
                    <a:pt x="5325364" y="70485"/>
                  </a:lnTo>
                  <a:cubicBezTo>
                    <a:pt x="5328285" y="77470"/>
                    <a:pt x="5330444" y="84582"/>
                    <a:pt x="5331841" y="91948"/>
                  </a:cubicBezTo>
                  <a:lnTo>
                    <a:pt x="5322443" y="93853"/>
                  </a:lnTo>
                  <a:lnTo>
                    <a:pt x="5331841" y="91948"/>
                  </a:lnTo>
                  <a:cubicBezTo>
                    <a:pt x="5333365" y="99314"/>
                    <a:pt x="5334000" y="106807"/>
                    <a:pt x="5334000" y="114300"/>
                  </a:cubicBezTo>
                  <a:lnTo>
                    <a:pt x="5324475" y="114300"/>
                  </a:lnTo>
                  <a:lnTo>
                    <a:pt x="5334000" y="114300"/>
                  </a:lnTo>
                  <a:lnTo>
                    <a:pt x="5334000" y="2476500"/>
                  </a:lnTo>
                  <a:lnTo>
                    <a:pt x="5324475" y="2476500"/>
                  </a:lnTo>
                  <a:lnTo>
                    <a:pt x="5334000" y="2476500"/>
                  </a:lnTo>
                  <a:cubicBezTo>
                    <a:pt x="5334000" y="2483993"/>
                    <a:pt x="5333238" y="2491486"/>
                    <a:pt x="5331841" y="2498852"/>
                  </a:cubicBezTo>
                  <a:lnTo>
                    <a:pt x="5322443" y="2496947"/>
                  </a:lnTo>
                  <a:lnTo>
                    <a:pt x="5331841" y="2498852"/>
                  </a:lnTo>
                  <a:cubicBezTo>
                    <a:pt x="5330317" y="2506218"/>
                    <a:pt x="5328158" y="2513330"/>
                    <a:pt x="5325364" y="2520315"/>
                  </a:cubicBezTo>
                  <a:lnTo>
                    <a:pt x="5325364" y="2520315"/>
                  </a:lnTo>
                  <a:lnTo>
                    <a:pt x="5325364" y="2520315"/>
                  </a:lnTo>
                  <a:cubicBezTo>
                    <a:pt x="5322442" y="2527300"/>
                    <a:pt x="5319014" y="2533777"/>
                    <a:pt x="5314823" y="2540127"/>
                  </a:cubicBezTo>
                  <a:lnTo>
                    <a:pt x="5306949" y="2534793"/>
                  </a:lnTo>
                  <a:lnTo>
                    <a:pt x="5314823" y="2540127"/>
                  </a:lnTo>
                  <a:cubicBezTo>
                    <a:pt x="5310632" y="2546350"/>
                    <a:pt x="5305933" y="2552192"/>
                    <a:pt x="5300599" y="2557399"/>
                  </a:cubicBezTo>
                  <a:lnTo>
                    <a:pt x="5300599" y="2557399"/>
                  </a:lnTo>
                  <a:lnTo>
                    <a:pt x="5300599" y="2557399"/>
                  </a:lnTo>
                  <a:cubicBezTo>
                    <a:pt x="5295265" y="2562733"/>
                    <a:pt x="5289550" y="2567432"/>
                    <a:pt x="5283327" y="2571623"/>
                  </a:cubicBezTo>
                  <a:lnTo>
                    <a:pt x="5277993" y="2563749"/>
                  </a:lnTo>
                  <a:lnTo>
                    <a:pt x="5283327" y="2571623"/>
                  </a:lnTo>
                  <a:cubicBezTo>
                    <a:pt x="5277104" y="2575814"/>
                    <a:pt x="5270500" y="2579370"/>
                    <a:pt x="5263515" y="2582164"/>
                  </a:cubicBezTo>
                  <a:lnTo>
                    <a:pt x="5259832" y="2573401"/>
                  </a:lnTo>
                  <a:lnTo>
                    <a:pt x="5263515" y="2582164"/>
                  </a:lnTo>
                  <a:cubicBezTo>
                    <a:pt x="5256530" y="2585085"/>
                    <a:pt x="5249418" y="2587244"/>
                    <a:pt x="5242052" y="2588641"/>
                  </a:cubicBezTo>
                  <a:lnTo>
                    <a:pt x="5240147" y="2579243"/>
                  </a:lnTo>
                  <a:lnTo>
                    <a:pt x="5242052" y="2588641"/>
                  </a:lnTo>
                  <a:cubicBezTo>
                    <a:pt x="5234686" y="2590165"/>
                    <a:pt x="5227320" y="2590800"/>
                    <a:pt x="5219700" y="2590800"/>
                  </a:cubicBezTo>
                  <a:lnTo>
                    <a:pt x="5219700" y="2590800"/>
                  </a:lnTo>
                  <a:lnTo>
                    <a:pt x="5219700" y="2590800"/>
                  </a:lnTo>
                  <a:lnTo>
                    <a:pt x="114300" y="2590800"/>
                  </a:lnTo>
                  <a:lnTo>
                    <a:pt x="114300" y="2590800"/>
                  </a:lnTo>
                  <a:lnTo>
                    <a:pt x="114300" y="2590800"/>
                  </a:lnTo>
                  <a:cubicBezTo>
                    <a:pt x="106807" y="2590800"/>
                    <a:pt x="99314" y="2590038"/>
                    <a:pt x="91948" y="2588641"/>
                  </a:cubicBezTo>
                  <a:lnTo>
                    <a:pt x="93853" y="2579243"/>
                  </a:lnTo>
                  <a:lnTo>
                    <a:pt x="91948" y="2588641"/>
                  </a:lnTo>
                  <a:cubicBezTo>
                    <a:pt x="84582" y="2587117"/>
                    <a:pt x="77470" y="2584958"/>
                    <a:pt x="70485" y="2582164"/>
                  </a:cubicBezTo>
                  <a:lnTo>
                    <a:pt x="74168" y="2573401"/>
                  </a:lnTo>
                  <a:lnTo>
                    <a:pt x="70485" y="2582164"/>
                  </a:lnTo>
                  <a:cubicBezTo>
                    <a:pt x="63500" y="2579243"/>
                    <a:pt x="57023" y="2575814"/>
                    <a:pt x="50673" y="2571623"/>
                  </a:cubicBezTo>
                  <a:lnTo>
                    <a:pt x="50673" y="2571623"/>
                  </a:lnTo>
                  <a:lnTo>
                    <a:pt x="50673" y="2571623"/>
                  </a:lnTo>
                  <a:cubicBezTo>
                    <a:pt x="44450" y="2567432"/>
                    <a:pt x="38608" y="2562733"/>
                    <a:pt x="33401" y="2557399"/>
                  </a:cubicBezTo>
                  <a:lnTo>
                    <a:pt x="40132" y="2550668"/>
                  </a:lnTo>
                  <a:lnTo>
                    <a:pt x="33401" y="2557399"/>
                  </a:lnTo>
                  <a:cubicBezTo>
                    <a:pt x="28067" y="2552065"/>
                    <a:pt x="23368" y="2546350"/>
                    <a:pt x="19177" y="2540127"/>
                  </a:cubicBezTo>
                  <a:lnTo>
                    <a:pt x="19177" y="2540127"/>
                  </a:lnTo>
                  <a:lnTo>
                    <a:pt x="19177" y="2540127"/>
                  </a:lnTo>
                  <a:cubicBezTo>
                    <a:pt x="14986" y="2533904"/>
                    <a:pt x="11430" y="2527300"/>
                    <a:pt x="8636" y="2520315"/>
                  </a:cubicBezTo>
                  <a:lnTo>
                    <a:pt x="17399" y="2516632"/>
                  </a:lnTo>
                  <a:lnTo>
                    <a:pt x="8636" y="2520315"/>
                  </a:lnTo>
                  <a:cubicBezTo>
                    <a:pt x="5715" y="2513330"/>
                    <a:pt x="3556" y="2506218"/>
                    <a:pt x="2159" y="2498852"/>
                  </a:cubicBezTo>
                  <a:lnTo>
                    <a:pt x="2159" y="2498852"/>
                  </a:lnTo>
                  <a:lnTo>
                    <a:pt x="2159" y="2498852"/>
                  </a:lnTo>
                  <a:cubicBezTo>
                    <a:pt x="635" y="2491486"/>
                    <a:pt x="0" y="2484120"/>
                    <a:pt x="0" y="2476500"/>
                  </a:cubicBezTo>
                  <a:lnTo>
                    <a:pt x="9525" y="2476500"/>
                  </a:lnTo>
                  <a:lnTo>
                    <a:pt x="0" y="2476500"/>
                  </a:lnTo>
                  <a:moveTo>
                    <a:pt x="19050" y="2476500"/>
                  </a:moveTo>
                  <a:cubicBezTo>
                    <a:pt x="19050" y="2482723"/>
                    <a:pt x="19685" y="2488946"/>
                    <a:pt x="20828" y="2495042"/>
                  </a:cubicBezTo>
                  <a:lnTo>
                    <a:pt x="11430" y="2496947"/>
                  </a:lnTo>
                  <a:lnTo>
                    <a:pt x="20828" y="2495042"/>
                  </a:lnTo>
                  <a:cubicBezTo>
                    <a:pt x="22098" y="2501138"/>
                    <a:pt x="23876" y="2507107"/>
                    <a:pt x="26289" y="2512949"/>
                  </a:cubicBezTo>
                  <a:lnTo>
                    <a:pt x="26289" y="2512949"/>
                  </a:lnTo>
                  <a:lnTo>
                    <a:pt x="26289" y="2512949"/>
                  </a:lnTo>
                  <a:cubicBezTo>
                    <a:pt x="28702" y="2518791"/>
                    <a:pt x="31623" y="2524252"/>
                    <a:pt x="35052" y="2529459"/>
                  </a:cubicBezTo>
                  <a:lnTo>
                    <a:pt x="27178" y="2534793"/>
                  </a:lnTo>
                  <a:lnTo>
                    <a:pt x="35052" y="2529459"/>
                  </a:lnTo>
                  <a:cubicBezTo>
                    <a:pt x="38481" y="2534666"/>
                    <a:pt x="42418" y="2539492"/>
                    <a:pt x="46863" y="2543937"/>
                  </a:cubicBezTo>
                  <a:cubicBezTo>
                    <a:pt x="51308" y="2548382"/>
                    <a:pt x="56134" y="2552319"/>
                    <a:pt x="61341" y="2555748"/>
                  </a:cubicBezTo>
                  <a:lnTo>
                    <a:pt x="56007" y="2563622"/>
                  </a:lnTo>
                  <a:lnTo>
                    <a:pt x="61341" y="2555748"/>
                  </a:lnTo>
                  <a:cubicBezTo>
                    <a:pt x="66548" y="2559177"/>
                    <a:pt x="72009" y="2562098"/>
                    <a:pt x="77851" y="2564511"/>
                  </a:cubicBezTo>
                  <a:cubicBezTo>
                    <a:pt x="83693" y="2566924"/>
                    <a:pt x="89535" y="2568702"/>
                    <a:pt x="95758" y="2569972"/>
                  </a:cubicBezTo>
                  <a:lnTo>
                    <a:pt x="95758" y="2569972"/>
                  </a:lnTo>
                  <a:lnTo>
                    <a:pt x="95758" y="2569972"/>
                  </a:lnTo>
                  <a:cubicBezTo>
                    <a:pt x="101854" y="2571242"/>
                    <a:pt x="108077" y="2571750"/>
                    <a:pt x="114300" y="2571750"/>
                  </a:cubicBezTo>
                  <a:lnTo>
                    <a:pt x="114300" y="2581275"/>
                  </a:lnTo>
                  <a:lnTo>
                    <a:pt x="114300" y="2571750"/>
                  </a:lnTo>
                  <a:lnTo>
                    <a:pt x="5219700" y="2571750"/>
                  </a:lnTo>
                  <a:lnTo>
                    <a:pt x="5219700" y="2581275"/>
                  </a:lnTo>
                  <a:lnTo>
                    <a:pt x="5219700" y="2571750"/>
                  </a:lnTo>
                  <a:cubicBezTo>
                    <a:pt x="5225923" y="2571750"/>
                    <a:pt x="5232146" y="2571115"/>
                    <a:pt x="5238242" y="2569972"/>
                  </a:cubicBezTo>
                  <a:lnTo>
                    <a:pt x="5238242" y="2569972"/>
                  </a:lnTo>
                  <a:lnTo>
                    <a:pt x="5238242" y="2569972"/>
                  </a:lnTo>
                  <a:cubicBezTo>
                    <a:pt x="5244338" y="2568702"/>
                    <a:pt x="5250307" y="2566924"/>
                    <a:pt x="5256149" y="2564511"/>
                  </a:cubicBezTo>
                  <a:cubicBezTo>
                    <a:pt x="5261991" y="2562098"/>
                    <a:pt x="5267452" y="2559177"/>
                    <a:pt x="5272659" y="2555748"/>
                  </a:cubicBezTo>
                  <a:lnTo>
                    <a:pt x="5272659" y="2555748"/>
                  </a:lnTo>
                  <a:lnTo>
                    <a:pt x="5272659" y="2555748"/>
                  </a:lnTo>
                  <a:cubicBezTo>
                    <a:pt x="5277866" y="2552319"/>
                    <a:pt x="5282692" y="2548382"/>
                    <a:pt x="5287137" y="2543937"/>
                  </a:cubicBezTo>
                  <a:lnTo>
                    <a:pt x="5293868" y="2550668"/>
                  </a:lnTo>
                  <a:lnTo>
                    <a:pt x="5287137" y="2543937"/>
                  </a:lnTo>
                  <a:cubicBezTo>
                    <a:pt x="5291582" y="2539492"/>
                    <a:pt x="5295519" y="2534666"/>
                    <a:pt x="5298948" y="2529459"/>
                  </a:cubicBezTo>
                  <a:lnTo>
                    <a:pt x="5298948" y="2529459"/>
                  </a:lnTo>
                  <a:lnTo>
                    <a:pt x="5298948" y="2529459"/>
                  </a:lnTo>
                  <a:cubicBezTo>
                    <a:pt x="5302377" y="2524252"/>
                    <a:pt x="5305298" y="2518791"/>
                    <a:pt x="5307711" y="2512949"/>
                  </a:cubicBezTo>
                  <a:lnTo>
                    <a:pt x="5316474" y="2516632"/>
                  </a:lnTo>
                  <a:lnTo>
                    <a:pt x="5307711" y="2512949"/>
                  </a:lnTo>
                  <a:cubicBezTo>
                    <a:pt x="5310124" y="2507107"/>
                    <a:pt x="5311902" y="2501265"/>
                    <a:pt x="5313172" y="2495042"/>
                  </a:cubicBezTo>
                  <a:lnTo>
                    <a:pt x="5313172" y="2495042"/>
                  </a:lnTo>
                  <a:lnTo>
                    <a:pt x="5313172" y="2495042"/>
                  </a:lnTo>
                  <a:cubicBezTo>
                    <a:pt x="5314442" y="2488946"/>
                    <a:pt x="5314950" y="2482723"/>
                    <a:pt x="5314950" y="2476500"/>
                  </a:cubicBezTo>
                  <a:lnTo>
                    <a:pt x="5314950" y="114300"/>
                  </a:lnTo>
                  <a:cubicBezTo>
                    <a:pt x="5314950" y="108077"/>
                    <a:pt x="5314315" y="101854"/>
                    <a:pt x="5313172" y="95758"/>
                  </a:cubicBezTo>
                  <a:cubicBezTo>
                    <a:pt x="5312028" y="89662"/>
                    <a:pt x="5310124" y="83693"/>
                    <a:pt x="5307711" y="77851"/>
                  </a:cubicBezTo>
                  <a:lnTo>
                    <a:pt x="5316474" y="74168"/>
                  </a:lnTo>
                  <a:lnTo>
                    <a:pt x="5307711" y="77851"/>
                  </a:lnTo>
                  <a:cubicBezTo>
                    <a:pt x="5305298" y="72009"/>
                    <a:pt x="5302377" y="66548"/>
                    <a:pt x="5298948" y="61341"/>
                  </a:cubicBezTo>
                  <a:cubicBezTo>
                    <a:pt x="5295519" y="56134"/>
                    <a:pt x="5291582" y="51308"/>
                    <a:pt x="5287137" y="46863"/>
                  </a:cubicBezTo>
                  <a:lnTo>
                    <a:pt x="5293868" y="40132"/>
                  </a:lnTo>
                  <a:lnTo>
                    <a:pt x="5287137" y="46863"/>
                  </a:lnTo>
                  <a:cubicBezTo>
                    <a:pt x="5282692" y="42418"/>
                    <a:pt x="5277866" y="38481"/>
                    <a:pt x="5272659" y="35052"/>
                  </a:cubicBezTo>
                  <a:lnTo>
                    <a:pt x="5272659" y="35052"/>
                  </a:lnTo>
                  <a:lnTo>
                    <a:pt x="5272659" y="35052"/>
                  </a:lnTo>
                  <a:cubicBezTo>
                    <a:pt x="5267452" y="31623"/>
                    <a:pt x="5261991" y="28702"/>
                    <a:pt x="5256149" y="26289"/>
                  </a:cubicBezTo>
                  <a:lnTo>
                    <a:pt x="5259832" y="17526"/>
                  </a:lnTo>
                  <a:lnTo>
                    <a:pt x="5256149" y="26289"/>
                  </a:lnTo>
                  <a:cubicBezTo>
                    <a:pt x="5250307" y="23876"/>
                    <a:pt x="5244465" y="22098"/>
                    <a:pt x="5238242" y="20828"/>
                  </a:cubicBezTo>
                  <a:lnTo>
                    <a:pt x="5238242" y="20828"/>
                  </a:lnTo>
                  <a:lnTo>
                    <a:pt x="5238242" y="20828"/>
                  </a:lnTo>
                  <a:cubicBezTo>
                    <a:pt x="5232146" y="19558"/>
                    <a:pt x="5225923" y="19050"/>
                    <a:pt x="5219700" y="19050"/>
                  </a:cubicBezTo>
                  <a:lnTo>
                    <a:pt x="114300" y="19050"/>
                  </a:lnTo>
                  <a:cubicBezTo>
                    <a:pt x="108077" y="19050"/>
                    <a:pt x="101854" y="19685"/>
                    <a:pt x="95758" y="20828"/>
                  </a:cubicBezTo>
                  <a:lnTo>
                    <a:pt x="95758" y="20828"/>
                  </a:lnTo>
                  <a:lnTo>
                    <a:pt x="95758" y="20828"/>
                  </a:lnTo>
                  <a:cubicBezTo>
                    <a:pt x="89662" y="22098"/>
                    <a:pt x="83693" y="23876"/>
                    <a:pt x="77851" y="26289"/>
                  </a:cubicBezTo>
                  <a:lnTo>
                    <a:pt x="74168" y="17526"/>
                  </a:lnTo>
                  <a:lnTo>
                    <a:pt x="77851" y="26289"/>
                  </a:lnTo>
                  <a:cubicBezTo>
                    <a:pt x="72009" y="28702"/>
                    <a:pt x="66548" y="31623"/>
                    <a:pt x="61341" y="35052"/>
                  </a:cubicBezTo>
                  <a:lnTo>
                    <a:pt x="61341" y="35052"/>
                  </a:lnTo>
                  <a:lnTo>
                    <a:pt x="61341" y="35052"/>
                  </a:lnTo>
                  <a:cubicBezTo>
                    <a:pt x="56134" y="38481"/>
                    <a:pt x="51308" y="42418"/>
                    <a:pt x="46863" y="46863"/>
                  </a:cubicBezTo>
                  <a:cubicBezTo>
                    <a:pt x="42418" y="51308"/>
                    <a:pt x="38481" y="56134"/>
                    <a:pt x="35052" y="61341"/>
                  </a:cubicBezTo>
                  <a:lnTo>
                    <a:pt x="27178" y="56007"/>
                  </a:lnTo>
                  <a:lnTo>
                    <a:pt x="35052" y="61341"/>
                  </a:lnTo>
                  <a:cubicBezTo>
                    <a:pt x="31623" y="66548"/>
                    <a:pt x="28702" y="72009"/>
                    <a:pt x="26289" y="77851"/>
                  </a:cubicBezTo>
                  <a:lnTo>
                    <a:pt x="26289" y="77851"/>
                  </a:lnTo>
                  <a:lnTo>
                    <a:pt x="26289" y="77851"/>
                  </a:lnTo>
                  <a:cubicBezTo>
                    <a:pt x="23876" y="83693"/>
                    <a:pt x="22098" y="89535"/>
                    <a:pt x="20828" y="95758"/>
                  </a:cubicBezTo>
                  <a:lnTo>
                    <a:pt x="11430" y="93853"/>
                  </a:lnTo>
                  <a:lnTo>
                    <a:pt x="20828" y="95758"/>
                  </a:lnTo>
                  <a:cubicBezTo>
                    <a:pt x="19558" y="101854"/>
                    <a:pt x="19050" y="108077"/>
                    <a:pt x="19050" y="114300"/>
                  </a:cubicBezTo>
                  <a:lnTo>
                    <a:pt x="19050" y="2476500"/>
                  </a:ln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561086" y="1493266"/>
              <a:ext cx="4686554" cy="533654"/>
            </a:xfrm>
            <a:custGeom>
              <a:avLst/>
              <a:gdLst/>
              <a:ahLst/>
              <a:cxnLst/>
              <a:rect r="r" b="b" t="t" l="l"/>
              <a:pathLst>
                <a:path h="533654" w="4686554">
                  <a:moveTo>
                    <a:pt x="0" y="457327"/>
                  </a:moveTo>
                  <a:lnTo>
                    <a:pt x="0" y="76327"/>
                  </a:lnTo>
                  <a:cubicBezTo>
                    <a:pt x="0" y="71374"/>
                    <a:pt x="508" y="66421"/>
                    <a:pt x="1524" y="61468"/>
                  </a:cubicBezTo>
                  <a:cubicBezTo>
                    <a:pt x="2540" y="56515"/>
                    <a:pt x="3937" y="51816"/>
                    <a:pt x="5842" y="47117"/>
                  </a:cubicBezTo>
                  <a:cubicBezTo>
                    <a:pt x="7747" y="42418"/>
                    <a:pt x="10160" y="38100"/>
                    <a:pt x="12827" y="33909"/>
                  </a:cubicBezTo>
                  <a:cubicBezTo>
                    <a:pt x="15494" y="29718"/>
                    <a:pt x="18796" y="25908"/>
                    <a:pt x="22352" y="22352"/>
                  </a:cubicBezTo>
                  <a:cubicBezTo>
                    <a:pt x="25908" y="18796"/>
                    <a:pt x="29718" y="15621"/>
                    <a:pt x="33909" y="12827"/>
                  </a:cubicBezTo>
                  <a:cubicBezTo>
                    <a:pt x="38100" y="10033"/>
                    <a:pt x="42418" y="7747"/>
                    <a:pt x="47117" y="5842"/>
                  </a:cubicBezTo>
                  <a:cubicBezTo>
                    <a:pt x="51816" y="3937"/>
                    <a:pt x="56515" y="2540"/>
                    <a:pt x="61468" y="1524"/>
                  </a:cubicBezTo>
                  <a:cubicBezTo>
                    <a:pt x="66421" y="508"/>
                    <a:pt x="71374" y="0"/>
                    <a:pt x="76327" y="0"/>
                  </a:cubicBezTo>
                  <a:lnTo>
                    <a:pt x="4610227" y="0"/>
                  </a:lnTo>
                  <a:cubicBezTo>
                    <a:pt x="4615180" y="0"/>
                    <a:pt x="4620133" y="508"/>
                    <a:pt x="4625086" y="1524"/>
                  </a:cubicBezTo>
                  <a:cubicBezTo>
                    <a:pt x="4630039" y="2540"/>
                    <a:pt x="4634738" y="3937"/>
                    <a:pt x="4639437" y="5842"/>
                  </a:cubicBezTo>
                  <a:cubicBezTo>
                    <a:pt x="4644136" y="7747"/>
                    <a:pt x="4648454" y="10160"/>
                    <a:pt x="4652645" y="12827"/>
                  </a:cubicBezTo>
                  <a:cubicBezTo>
                    <a:pt x="4656837" y="15494"/>
                    <a:pt x="4660646" y="18796"/>
                    <a:pt x="4664202" y="22352"/>
                  </a:cubicBezTo>
                  <a:cubicBezTo>
                    <a:pt x="4667758" y="25908"/>
                    <a:pt x="4670933" y="29718"/>
                    <a:pt x="4673727" y="33909"/>
                  </a:cubicBezTo>
                  <a:cubicBezTo>
                    <a:pt x="4676521" y="38100"/>
                    <a:pt x="4678807" y="42418"/>
                    <a:pt x="4680712" y="47117"/>
                  </a:cubicBezTo>
                  <a:cubicBezTo>
                    <a:pt x="4682617" y="51816"/>
                    <a:pt x="4684014" y="56515"/>
                    <a:pt x="4685030" y="61468"/>
                  </a:cubicBezTo>
                  <a:cubicBezTo>
                    <a:pt x="4686046" y="66421"/>
                    <a:pt x="4686554" y="71374"/>
                    <a:pt x="4686554" y="76327"/>
                  </a:cubicBezTo>
                  <a:lnTo>
                    <a:pt x="4686554" y="457327"/>
                  </a:lnTo>
                  <a:cubicBezTo>
                    <a:pt x="4686554" y="462280"/>
                    <a:pt x="4686046" y="467233"/>
                    <a:pt x="4685030" y="472186"/>
                  </a:cubicBezTo>
                  <a:cubicBezTo>
                    <a:pt x="4684014" y="477139"/>
                    <a:pt x="4682617" y="481838"/>
                    <a:pt x="4680712" y="486537"/>
                  </a:cubicBezTo>
                  <a:cubicBezTo>
                    <a:pt x="4678807" y="491236"/>
                    <a:pt x="4676394" y="495554"/>
                    <a:pt x="4673727" y="499745"/>
                  </a:cubicBezTo>
                  <a:cubicBezTo>
                    <a:pt x="4671061" y="503936"/>
                    <a:pt x="4667758" y="507746"/>
                    <a:pt x="4664202" y="511302"/>
                  </a:cubicBezTo>
                  <a:cubicBezTo>
                    <a:pt x="4660646" y="514858"/>
                    <a:pt x="4656837" y="518033"/>
                    <a:pt x="4652645" y="520827"/>
                  </a:cubicBezTo>
                  <a:cubicBezTo>
                    <a:pt x="4648454" y="523621"/>
                    <a:pt x="4644136" y="525907"/>
                    <a:pt x="4639437" y="527812"/>
                  </a:cubicBezTo>
                  <a:cubicBezTo>
                    <a:pt x="4634738" y="529717"/>
                    <a:pt x="4630039" y="531114"/>
                    <a:pt x="4625086" y="532130"/>
                  </a:cubicBezTo>
                  <a:cubicBezTo>
                    <a:pt x="4620133" y="533146"/>
                    <a:pt x="4615180" y="533654"/>
                    <a:pt x="4610227" y="533654"/>
                  </a:cubicBezTo>
                  <a:lnTo>
                    <a:pt x="76327" y="533654"/>
                  </a:lnTo>
                  <a:cubicBezTo>
                    <a:pt x="71374" y="533654"/>
                    <a:pt x="66421" y="533146"/>
                    <a:pt x="61468" y="532130"/>
                  </a:cubicBezTo>
                  <a:cubicBezTo>
                    <a:pt x="56515" y="531114"/>
                    <a:pt x="51816" y="529717"/>
                    <a:pt x="47117" y="527812"/>
                  </a:cubicBezTo>
                  <a:cubicBezTo>
                    <a:pt x="42418" y="525907"/>
                    <a:pt x="38100" y="523494"/>
                    <a:pt x="33909" y="520827"/>
                  </a:cubicBezTo>
                  <a:cubicBezTo>
                    <a:pt x="29718" y="518160"/>
                    <a:pt x="25908" y="514858"/>
                    <a:pt x="22352" y="511302"/>
                  </a:cubicBezTo>
                  <a:cubicBezTo>
                    <a:pt x="18796" y="507746"/>
                    <a:pt x="15621" y="503936"/>
                    <a:pt x="12827" y="499745"/>
                  </a:cubicBezTo>
                  <a:cubicBezTo>
                    <a:pt x="10033" y="495554"/>
                    <a:pt x="7747" y="491236"/>
                    <a:pt x="5842" y="486537"/>
                  </a:cubicBezTo>
                  <a:cubicBezTo>
                    <a:pt x="3937" y="481838"/>
                    <a:pt x="2540" y="477139"/>
                    <a:pt x="1524" y="472186"/>
                  </a:cubicBezTo>
                  <a:cubicBezTo>
                    <a:pt x="508" y="467233"/>
                    <a:pt x="0" y="462280"/>
                    <a:pt x="0" y="457327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561086" y="464566"/>
              <a:ext cx="457454" cy="457454"/>
            </a:xfrm>
            <a:custGeom>
              <a:avLst/>
              <a:gdLst/>
              <a:ahLst/>
              <a:cxnLst/>
              <a:rect r="r" b="b" t="t" l="l"/>
              <a:pathLst>
                <a:path h="457454" w="457454">
                  <a:moveTo>
                    <a:pt x="0" y="381127"/>
                  </a:moveTo>
                  <a:lnTo>
                    <a:pt x="0" y="76327"/>
                  </a:lnTo>
                  <a:cubicBezTo>
                    <a:pt x="0" y="71374"/>
                    <a:pt x="508" y="66421"/>
                    <a:pt x="1524" y="61468"/>
                  </a:cubicBezTo>
                  <a:cubicBezTo>
                    <a:pt x="2540" y="56515"/>
                    <a:pt x="3937" y="51816"/>
                    <a:pt x="5842" y="47117"/>
                  </a:cubicBezTo>
                  <a:cubicBezTo>
                    <a:pt x="7747" y="42418"/>
                    <a:pt x="10160" y="38100"/>
                    <a:pt x="12827" y="33909"/>
                  </a:cubicBezTo>
                  <a:cubicBezTo>
                    <a:pt x="15494" y="29718"/>
                    <a:pt x="18796" y="25908"/>
                    <a:pt x="22352" y="22352"/>
                  </a:cubicBezTo>
                  <a:cubicBezTo>
                    <a:pt x="25908" y="18796"/>
                    <a:pt x="29718" y="15621"/>
                    <a:pt x="33909" y="12827"/>
                  </a:cubicBezTo>
                  <a:cubicBezTo>
                    <a:pt x="38100" y="10033"/>
                    <a:pt x="42418" y="7747"/>
                    <a:pt x="47117" y="5842"/>
                  </a:cubicBezTo>
                  <a:cubicBezTo>
                    <a:pt x="51816" y="3937"/>
                    <a:pt x="56515" y="2540"/>
                    <a:pt x="61468" y="1524"/>
                  </a:cubicBezTo>
                  <a:cubicBezTo>
                    <a:pt x="66421" y="508"/>
                    <a:pt x="71374" y="0"/>
                    <a:pt x="76327" y="0"/>
                  </a:cubicBezTo>
                  <a:lnTo>
                    <a:pt x="381127" y="0"/>
                  </a:lnTo>
                  <a:cubicBezTo>
                    <a:pt x="386080" y="0"/>
                    <a:pt x="391033" y="508"/>
                    <a:pt x="395986" y="1524"/>
                  </a:cubicBezTo>
                  <a:cubicBezTo>
                    <a:pt x="400939" y="2540"/>
                    <a:pt x="405638" y="3937"/>
                    <a:pt x="410337" y="5842"/>
                  </a:cubicBezTo>
                  <a:cubicBezTo>
                    <a:pt x="415036" y="7747"/>
                    <a:pt x="419354" y="10160"/>
                    <a:pt x="423545" y="12827"/>
                  </a:cubicBezTo>
                  <a:cubicBezTo>
                    <a:pt x="427736" y="15494"/>
                    <a:pt x="431546" y="18796"/>
                    <a:pt x="435102" y="22352"/>
                  </a:cubicBezTo>
                  <a:cubicBezTo>
                    <a:pt x="438658" y="25908"/>
                    <a:pt x="441833" y="29718"/>
                    <a:pt x="444627" y="33909"/>
                  </a:cubicBezTo>
                  <a:cubicBezTo>
                    <a:pt x="447421" y="38100"/>
                    <a:pt x="449707" y="42418"/>
                    <a:pt x="451612" y="47117"/>
                  </a:cubicBezTo>
                  <a:cubicBezTo>
                    <a:pt x="453517" y="51816"/>
                    <a:pt x="454914" y="56515"/>
                    <a:pt x="455930" y="61468"/>
                  </a:cubicBezTo>
                  <a:cubicBezTo>
                    <a:pt x="456946" y="66421"/>
                    <a:pt x="457454" y="71374"/>
                    <a:pt x="457454" y="76327"/>
                  </a:cubicBezTo>
                  <a:lnTo>
                    <a:pt x="457454" y="381127"/>
                  </a:lnTo>
                  <a:cubicBezTo>
                    <a:pt x="457454" y="386080"/>
                    <a:pt x="456946" y="391033"/>
                    <a:pt x="455930" y="395986"/>
                  </a:cubicBezTo>
                  <a:cubicBezTo>
                    <a:pt x="454914" y="400939"/>
                    <a:pt x="453517" y="405638"/>
                    <a:pt x="451612" y="410337"/>
                  </a:cubicBezTo>
                  <a:cubicBezTo>
                    <a:pt x="449707" y="415036"/>
                    <a:pt x="447294" y="419354"/>
                    <a:pt x="444627" y="423545"/>
                  </a:cubicBezTo>
                  <a:cubicBezTo>
                    <a:pt x="441960" y="427736"/>
                    <a:pt x="438658" y="431546"/>
                    <a:pt x="435102" y="435102"/>
                  </a:cubicBezTo>
                  <a:cubicBezTo>
                    <a:pt x="431546" y="438658"/>
                    <a:pt x="427736" y="441833"/>
                    <a:pt x="423545" y="444627"/>
                  </a:cubicBezTo>
                  <a:cubicBezTo>
                    <a:pt x="419354" y="447421"/>
                    <a:pt x="415036" y="449707"/>
                    <a:pt x="410337" y="451612"/>
                  </a:cubicBezTo>
                  <a:cubicBezTo>
                    <a:pt x="405638" y="453517"/>
                    <a:pt x="400939" y="454914"/>
                    <a:pt x="395986" y="455930"/>
                  </a:cubicBezTo>
                  <a:cubicBezTo>
                    <a:pt x="391033" y="456946"/>
                    <a:pt x="386080" y="457454"/>
                    <a:pt x="381127" y="457454"/>
                  </a:cubicBezTo>
                  <a:lnTo>
                    <a:pt x="76327" y="457454"/>
                  </a:lnTo>
                  <a:cubicBezTo>
                    <a:pt x="71374" y="457454"/>
                    <a:pt x="66421" y="456946"/>
                    <a:pt x="61468" y="455930"/>
                  </a:cubicBezTo>
                  <a:cubicBezTo>
                    <a:pt x="56515" y="454914"/>
                    <a:pt x="51816" y="453517"/>
                    <a:pt x="47117" y="451612"/>
                  </a:cubicBezTo>
                  <a:cubicBezTo>
                    <a:pt x="42418" y="449707"/>
                    <a:pt x="38100" y="447294"/>
                    <a:pt x="33909" y="444627"/>
                  </a:cubicBezTo>
                  <a:cubicBezTo>
                    <a:pt x="29718" y="441960"/>
                    <a:pt x="25908" y="438658"/>
                    <a:pt x="22352" y="435102"/>
                  </a:cubicBezTo>
                  <a:cubicBezTo>
                    <a:pt x="18796" y="431546"/>
                    <a:pt x="15621" y="427736"/>
                    <a:pt x="12827" y="423545"/>
                  </a:cubicBezTo>
                  <a:cubicBezTo>
                    <a:pt x="10033" y="419354"/>
                    <a:pt x="7747" y="415036"/>
                    <a:pt x="5842" y="410337"/>
                  </a:cubicBezTo>
                  <a:cubicBezTo>
                    <a:pt x="3937" y="405638"/>
                    <a:pt x="2540" y="400939"/>
                    <a:pt x="1524" y="395986"/>
                  </a:cubicBezTo>
                  <a:cubicBezTo>
                    <a:pt x="508" y="391033"/>
                    <a:pt x="0" y="386080"/>
                    <a:pt x="0" y="381127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5418327" y="2436114"/>
              <a:ext cx="457708" cy="457708"/>
            </a:xfrm>
            <a:custGeom>
              <a:avLst/>
              <a:gdLst/>
              <a:ahLst/>
              <a:cxnLst/>
              <a:rect r="r" b="b" t="t" l="l"/>
              <a:pathLst>
                <a:path h="457708" w="457708">
                  <a:moveTo>
                    <a:pt x="457709" y="228854"/>
                  </a:moveTo>
                  <a:cubicBezTo>
                    <a:pt x="457709" y="236347"/>
                    <a:pt x="457328" y="243840"/>
                    <a:pt x="456566" y="251206"/>
                  </a:cubicBezTo>
                  <a:cubicBezTo>
                    <a:pt x="455804" y="258572"/>
                    <a:pt x="454788" y="266065"/>
                    <a:pt x="453264" y="273431"/>
                  </a:cubicBezTo>
                  <a:cubicBezTo>
                    <a:pt x="451740" y="280797"/>
                    <a:pt x="449962" y="288036"/>
                    <a:pt x="447803" y="295148"/>
                  </a:cubicBezTo>
                  <a:cubicBezTo>
                    <a:pt x="445644" y="302260"/>
                    <a:pt x="443104" y="309372"/>
                    <a:pt x="440183" y="316230"/>
                  </a:cubicBezTo>
                  <a:cubicBezTo>
                    <a:pt x="437262" y="323088"/>
                    <a:pt x="434087" y="329946"/>
                    <a:pt x="430531" y="336550"/>
                  </a:cubicBezTo>
                  <a:cubicBezTo>
                    <a:pt x="426975" y="343154"/>
                    <a:pt x="423165" y="349504"/>
                    <a:pt x="418974" y="355854"/>
                  </a:cubicBezTo>
                  <a:cubicBezTo>
                    <a:pt x="414782" y="362204"/>
                    <a:pt x="410338" y="368046"/>
                    <a:pt x="405639" y="373888"/>
                  </a:cubicBezTo>
                  <a:cubicBezTo>
                    <a:pt x="400940" y="379730"/>
                    <a:pt x="395860" y="385191"/>
                    <a:pt x="390526" y="390525"/>
                  </a:cubicBezTo>
                  <a:cubicBezTo>
                    <a:pt x="385192" y="395859"/>
                    <a:pt x="379731" y="400812"/>
                    <a:pt x="373889" y="405638"/>
                  </a:cubicBezTo>
                  <a:cubicBezTo>
                    <a:pt x="368047" y="410464"/>
                    <a:pt x="362078" y="414782"/>
                    <a:pt x="355855" y="418973"/>
                  </a:cubicBezTo>
                  <a:cubicBezTo>
                    <a:pt x="349631" y="423164"/>
                    <a:pt x="343155" y="426974"/>
                    <a:pt x="336551" y="430530"/>
                  </a:cubicBezTo>
                  <a:cubicBezTo>
                    <a:pt x="329947" y="434086"/>
                    <a:pt x="323216" y="437261"/>
                    <a:pt x="316231" y="440182"/>
                  </a:cubicBezTo>
                  <a:cubicBezTo>
                    <a:pt x="309245" y="443103"/>
                    <a:pt x="302261" y="445516"/>
                    <a:pt x="295149" y="447802"/>
                  </a:cubicBezTo>
                  <a:cubicBezTo>
                    <a:pt x="288037" y="450088"/>
                    <a:pt x="280670" y="451739"/>
                    <a:pt x="273432" y="453263"/>
                  </a:cubicBezTo>
                  <a:cubicBezTo>
                    <a:pt x="266193" y="454787"/>
                    <a:pt x="258700" y="455803"/>
                    <a:pt x="251207" y="456565"/>
                  </a:cubicBezTo>
                  <a:cubicBezTo>
                    <a:pt x="243714" y="457327"/>
                    <a:pt x="236348" y="457708"/>
                    <a:pt x="228855" y="457708"/>
                  </a:cubicBezTo>
                  <a:cubicBezTo>
                    <a:pt x="221362" y="457708"/>
                    <a:pt x="213869" y="457327"/>
                    <a:pt x="206503" y="456565"/>
                  </a:cubicBezTo>
                  <a:cubicBezTo>
                    <a:pt x="199136" y="455803"/>
                    <a:pt x="191643" y="454787"/>
                    <a:pt x="184278" y="453263"/>
                  </a:cubicBezTo>
                  <a:cubicBezTo>
                    <a:pt x="176912" y="451739"/>
                    <a:pt x="169673" y="449961"/>
                    <a:pt x="162561" y="447802"/>
                  </a:cubicBezTo>
                  <a:cubicBezTo>
                    <a:pt x="155449" y="445643"/>
                    <a:pt x="148337" y="443103"/>
                    <a:pt x="141479" y="440182"/>
                  </a:cubicBezTo>
                  <a:cubicBezTo>
                    <a:pt x="134620" y="437261"/>
                    <a:pt x="127763" y="434086"/>
                    <a:pt x="121159" y="430530"/>
                  </a:cubicBezTo>
                  <a:cubicBezTo>
                    <a:pt x="114554" y="426974"/>
                    <a:pt x="108205" y="423164"/>
                    <a:pt x="101855" y="418973"/>
                  </a:cubicBezTo>
                  <a:cubicBezTo>
                    <a:pt x="95505" y="414782"/>
                    <a:pt x="89663" y="410337"/>
                    <a:pt x="83820" y="405638"/>
                  </a:cubicBezTo>
                  <a:cubicBezTo>
                    <a:pt x="77978" y="400939"/>
                    <a:pt x="72517" y="395859"/>
                    <a:pt x="67184" y="390525"/>
                  </a:cubicBezTo>
                  <a:cubicBezTo>
                    <a:pt x="61850" y="385191"/>
                    <a:pt x="56897" y="379730"/>
                    <a:pt x="52070" y="373888"/>
                  </a:cubicBezTo>
                  <a:cubicBezTo>
                    <a:pt x="47244" y="368046"/>
                    <a:pt x="42926" y="362077"/>
                    <a:pt x="38736" y="355854"/>
                  </a:cubicBezTo>
                  <a:cubicBezTo>
                    <a:pt x="34545" y="349631"/>
                    <a:pt x="30735" y="343154"/>
                    <a:pt x="27179" y="336550"/>
                  </a:cubicBezTo>
                  <a:cubicBezTo>
                    <a:pt x="23623" y="329946"/>
                    <a:pt x="20448" y="323215"/>
                    <a:pt x="17526" y="316230"/>
                  </a:cubicBezTo>
                  <a:cubicBezTo>
                    <a:pt x="14605" y="309245"/>
                    <a:pt x="12192" y="302260"/>
                    <a:pt x="9906" y="295148"/>
                  </a:cubicBezTo>
                  <a:cubicBezTo>
                    <a:pt x="7620" y="288036"/>
                    <a:pt x="5969" y="280670"/>
                    <a:pt x="4445" y="273431"/>
                  </a:cubicBezTo>
                  <a:cubicBezTo>
                    <a:pt x="2922" y="266192"/>
                    <a:pt x="1905" y="258699"/>
                    <a:pt x="1143" y="251206"/>
                  </a:cubicBezTo>
                  <a:cubicBezTo>
                    <a:pt x="381" y="243713"/>
                    <a:pt x="0" y="236347"/>
                    <a:pt x="0" y="228854"/>
                  </a:cubicBezTo>
                  <a:cubicBezTo>
                    <a:pt x="0" y="221361"/>
                    <a:pt x="381" y="213868"/>
                    <a:pt x="1143" y="206502"/>
                  </a:cubicBezTo>
                  <a:cubicBezTo>
                    <a:pt x="1905" y="199136"/>
                    <a:pt x="2922" y="191643"/>
                    <a:pt x="4445" y="184277"/>
                  </a:cubicBezTo>
                  <a:cubicBezTo>
                    <a:pt x="5969" y="176911"/>
                    <a:pt x="7748" y="169672"/>
                    <a:pt x="9906" y="162560"/>
                  </a:cubicBezTo>
                  <a:cubicBezTo>
                    <a:pt x="12065" y="155448"/>
                    <a:pt x="14605" y="148336"/>
                    <a:pt x="17526" y="141478"/>
                  </a:cubicBezTo>
                  <a:cubicBezTo>
                    <a:pt x="20448" y="134620"/>
                    <a:pt x="23623" y="127762"/>
                    <a:pt x="27179" y="121158"/>
                  </a:cubicBezTo>
                  <a:cubicBezTo>
                    <a:pt x="30735" y="114554"/>
                    <a:pt x="34544" y="108204"/>
                    <a:pt x="38736" y="101854"/>
                  </a:cubicBezTo>
                  <a:cubicBezTo>
                    <a:pt x="42927" y="95504"/>
                    <a:pt x="47372" y="89662"/>
                    <a:pt x="52070" y="83820"/>
                  </a:cubicBezTo>
                  <a:cubicBezTo>
                    <a:pt x="56769" y="77978"/>
                    <a:pt x="61849" y="72517"/>
                    <a:pt x="67184" y="67183"/>
                  </a:cubicBezTo>
                  <a:cubicBezTo>
                    <a:pt x="72518" y="61849"/>
                    <a:pt x="77979" y="56896"/>
                    <a:pt x="83820" y="52070"/>
                  </a:cubicBezTo>
                  <a:cubicBezTo>
                    <a:pt x="89662" y="47244"/>
                    <a:pt x="95631" y="42926"/>
                    <a:pt x="101855" y="38735"/>
                  </a:cubicBezTo>
                  <a:cubicBezTo>
                    <a:pt x="108078" y="34544"/>
                    <a:pt x="114555" y="30734"/>
                    <a:pt x="121159" y="27178"/>
                  </a:cubicBezTo>
                  <a:cubicBezTo>
                    <a:pt x="127762" y="23622"/>
                    <a:pt x="134493" y="20447"/>
                    <a:pt x="141479" y="17526"/>
                  </a:cubicBezTo>
                  <a:cubicBezTo>
                    <a:pt x="148464" y="14605"/>
                    <a:pt x="155449" y="12192"/>
                    <a:pt x="162561" y="9906"/>
                  </a:cubicBezTo>
                  <a:cubicBezTo>
                    <a:pt x="169673" y="7620"/>
                    <a:pt x="177039" y="5969"/>
                    <a:pt x="184278" y="4445"/>
                  </a:cubicBezTo>
                  <a:cubicBezTo>
                    <a:pt x="191516" y="2921"/>
                    <a:pt x="199010" y="1905"/>
                    <a:pt x="206503" y="1143"/>
                  </a:cubicBezTo>
                  <a:cubicBezTo>
                    <a:pt x="213995" y="381"/>
                    <a:pt x="221362" y="0"/>
                    <a:pt x="228855" y="0"/>
                  </a:cubicBezTo>
                  <a:cubicBezTo>
                    <a:pt x="236348" y="0"/>
                    <a:pt x="243841" y="381"/>
                    <a:pt x="251207" y="1143"/>
                  </a:cubicBezTo>
                  <a:cubicBezTo>
                    <a:pt x="258573" y="1905"/>
                    <a:pt x="266066" y="2921"/>
                    <a:pt x="273432" y="4445"/>
                  </a:cubicBezTo>
                  <a:cubicBezTo>
                    <a:pt x="280798" y="5969"/>
                    <a:pt x="288037" y="7747"/>
                    <a:pt x="295149" y="9906"/>
                  </a:cubicBezTo>
                  <a:cubicBezTo>
                    <a:pt x="302261" y="12065"/>
                    <a:pt x="309373" y="14605"/>
                    <a:pt x="316231" y="17526"/>
                  </a:cubicBezTo>
                  <a:cubicBezTo>
                    <a:pt x="323089" y="20447"/>
                    <a:pt x="329947" y="23622"/>
                    <a:pt x="336551" y="27178"/>
                  </a:cubicBezTo>
                  <a:cubicBezTo>
                    <a:pt x="343155" y="30734"/>
                    <a:pt x="349505" y="34544"/>
                    <a:pt x="355855" y="38735"/>
                  </a:cubicBezTo>
                  <a:cubicBezTo>
                    <a:pt x="362205" y="42926"/>
                    <a:pt x="368047" y="47371"/>
                    <a:pt x="373889" y="52070"/>
                  </a:cubicBezTo>
                  <a:cubicBezTo>
                    <a:pt x="379731" y="56769"/>
                    <a:pt x="385192" y="61849"/>
                    <a:pt x="390526" y="67183"/>
                  </a:cubicBezTo>
                  <a:cubicBezTo>
                    <a:pt x="395860" y="72517"/>
                    <a:pt x="400813" y="77978"/>
                    <a:pt x="405639" y="83820"/>
                  </a:cubicBezTo>
                  <a:cubicBezTo>
                    <a:pt x="410465" y="89662"/>
                    <a:pt x="414783" y="95631"/>
                    <a:pt x="418974" y="101854"/>
                  </a:cubicBezTo>
                  <a:cubicBezTo>
                    <a:pt x="423165" y="108077"/>
                    <a:pt x="426975" y="114554"/>
                    <a:pt x="430531" y="121158"/>
                  </a:cubicBezTo>
                  <a:cubicBezTo>
                    <a:pt x="434087" y="127762"/>
                    <a:pt x="437262" y="134493"/>
                    <a:pt x="440183" y="141478"/>
                  </a:cubicBezTo>
                  <a:cubicBezTo>
                    <a:pt x="443104" y="148463"/>
                    <a:pt x="445517" y="155448"/>
                    <a:pt x="447803" y="162560"/>
                  </a:cubicBezTo>
                  <a:cubicBezTo>
                    <a:pt x="450089" y="169672"/>
                    <a:pt x="451740" y="177038"/>
                    <a:pt x="453264" y="184277"/>
                  </a:cubicBezTo>
                  <a:cubicBezTo>
                    <a:pt x="454788" y="191516"/>
                    <a:pt x="455804" y="199009"/>
                    <a:pt x="456566" y="206502"/>
                  </a:cubicBezTo>
                  <a:cubicBezTo>
                    <a:pt x="457328" y="213995"/>
                    <a:pt x="457709" y="221361"/>
                    <a:pt x="457709" y="228854"/>
                  </a:cubicBezTo>
                  <a:close/>
                </a:path>
              </a:pathLst>
            </a:custGeom>
            <a:solidFill>
              <a:srgbClr val="BFDBFE"/>
            </a:solidFill>
          </p:spPr>
        </p:sp>
      </p:grpSp>
      <p:sp>
        <p:nvSpPr>
          <p:cNvPr name="Freeform 46" id="46"/>
          <p:cNvSpPr/>
          <p:nvPr/>
        </p:nvSpPr>
        <p:spPr>
          <a:xfrm flipH="false" flipV="false" rot="0">
            <a:off x="9361619" y="2148154"/>
            <a:ext cx="8142028" cy="4607031"/>
          </a:xfrm>
          <a:custGeom>
            <a:avLst/>
            <a:gdLst/>
            <a:ahLst/>
            <a:cxnLst/>
            <a:rect r="r" b="b" t="t" l="l"/>
            <a:pathLst>
              <a:path h="4607031" w="8142028">
                <a:moveTo>
                  <a:pt x="0" y="0"/>
                </a:moveTo>
                <a:lnTo>
                  <a:pt x="8142028" y="0"/>
                </a:lnTo>
                <a:lnTo>
                  <a:pt x="8142028" y="4607031"/>
                </a:lnTo>
                <a:lnTo>
                  <a:pt x="0" y="460703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47" id="47"/>
          <p:cNvSpPr txBox="true"/>
          <p:nvPr/>
        </p:nvSpPr>
        <p:spPr>
          <a:xfrm rot="0">
            <a:off x="2321912" y="2794461"/>
            <a:ext cx="327933" cy="343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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967253" y="2794461"/>
            <a:ext cx="262346" cy="343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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983329" y="7578426"/>
            <a:ext cx="229553" cy="343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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997069" y="2787431"/>
            <a:ext cx="2224466" cy="379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2"/>
              </a:lnSpc>
            </a:pPr>
            <a:r>
              <a:rPr lang="en-US" sz="243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Course Details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2997069" y="7571396"/>
            <a:ext cx="2980371" cy="379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2"/>
              </a:lnSpc>
            </a:pPr>
            <a:r>
              <a:rPr lang="en-US" sz="2430" spc="2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Learning Outcomes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0610259" y="7571396"/>
            <a:ext cx="1631139" cy="379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2"/>
              </a:lnSpc>
            </a:pPr>
            <a:r>
              <a:rPr lang="en-US" sz="243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Enrollment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1796400" y="9011729"/>
            <a:ext cx="2354816" cy="419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2"/>
              </a:lnSpc>
            </a:pPr>
            <a:r>
              <a:rPr lang="en-US" sz="243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Aug </a:t>
            </a:r>
            <a:r>
              <a:rPr lang="en-US" sz="243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- Nov 2025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2174021" y="5514848"/>
            <a:ext cx="719524" cy="253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sz="162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Credits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2174021" y="4781821"/>
            <a:ext cx="854439" cy="253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sz="162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Duration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2174021" y="3894473"/>
            <a:ext cx="1218046" cy="253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sz="162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Course Title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2534104" y="8287885"/>
            <a:ext cx="4179204" cy="386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sz="162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Master advanced research methodologies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2534104" y="8750849"/>
            <a:ext cx="2713241" cy="386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sz="162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Develop data analysis skills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2534104" y="9213814"/>
            <a:ext cx="3943800" cy="386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sz="162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Create comprehensive research reports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2534104" y="9676778"/>
            <a:ext cx="3582868" cy="386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sz="162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Apply statistical analysis techniques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5613396" y="4781821"/>
            <a:ext cx="2941983" cy="279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sz="162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 52+ Hours Intensive Program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6548069" y="5514848"/>
            <a:ext cx="1992110" cy="253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sz="162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4 Academic Credits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4439614" y="3721102"/>
            <a:ext cx="4142733" cy="612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30"/>
              </a:lnSpc>
            </a:pPr>
            <a:r>
              <a:rPr lang="en-US" sz="162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100 Days of Code: The Complete Python Pro Bootcamp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2174021" y="8252691"/>
            <a:ext cx="209877" cy="1806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5"/>
              </a:lnSpc>
            </a:pPr>
            <a:r>
              <a:rPr lang="en-US" sz="1620">
                <a:solidFill>
                  <a:srgbClr val="3B82F6"/>
                </a:solidFill>
                <a:latin typeface="Arimo"/>
                <a:ea typeface="Arimo"/>
                <a:cs typeface="Arimo"/>
                <a:sym typeface="Arimo"/>
              </a:rPr>
              <a:t>   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1984286" y="8425736"/>
            <a:ext cx="1971675" cy="280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1"/>
              </a:lnSpc>
            </a:pPr>
            <a:r>
              <a:rPr lang="en-US" sz="1822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Enrollment Period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7770780" y="790289"/>
            <a:ext cx="2517762" cy="842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4"/>
              </a:lnSpc>
            </a:pPr>
            <a:r>
              <a:rPr lang="en-US" b="true" sz="4860">
                <a:solidFill>
                  <a:srgbClr val="1F2937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Course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22476" y="-70750"/>
            <a:ext cx="14399685" cy="11304494"/>
          </a:xfrm>
          <a:custGeom>
            <a:avLst/>
            <a:gdLst/>
            <a:ahLst/>
            <a:cxnLst/>
            <a:rect r="r" b="b" t="t" l="l"/>
            <a:pathLst>
              <a:path h="11304494" w="14399685">
                <a:moveTo>
                  <a:pt x="0" y="0"/>
                </a:moveTo>
                <a:lnTo>
                  <a:pt x="14399685" y="0"/>
                </a:lnTo>
                <a:lnTo>
                  <a:pt x="14399685" y="11304495"/>
                </a:lnTo>
                <a:lnTo>
                  <a:pt x="0" y="113044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507813" y="163889"/>
            <a:ext cx="11272730" cy="10992158"/>
            <a:chOff x="0" y="0"/>
            <a:chExt cx="12858496" cy="1253845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858496" cy="12538456"/>
            </a:xfrm>
            <a:custGeom>
              <a:avLst/>
              <a:gdLst/>
              <a:ahLst/>
              <a:cxnLst/>
              <a:rect r="r" b="b" t="t" l="l"/>
              <a:pathLst>
                <a:path h="12538456" w="12858496">
                  <a:moveTo>
                    <a:pt x="12017248" y="435356"/>
                  </a:moveTo>
                  <a:cubicBezTo>
                    <a:pt x="12029059" y="435356"/>
                    <a:pt x="12040362" y="437642"/>
                    <a:pt x="12051284" y="442087"/>
                  </a:cubicBezTo>
                  <a:cubicBezTo>
                    <a:pt x="12062206" y="446532"/>
                    <a:pt x="12071731" y="453009"/>
                    <a:pt x="12080113" y="461391"/>
                  </a:cubicBezTo>
                  <a:cubicBezTo>
                    <a:pt x="12088495" y="469773"/>
                    <a:pt x="12094845" y="479298"/>
                    <a:pt x="12099417" y="490220"/>
                  </a:cubicBezTo>
                  <a:cubicBezTo>
                    <a:pt x="12103989" y="501142"/>
                    <a:pt x="12106148" y="512445"/>
                    <a:pt x="12106148" y="524256"/>
                  </a:cubicBezTo>
                  <a:lnTo>
                    <a:pt x="12106148" y="11827256"/>
                  </a:lnTo>
                  <a:cubicBezTo>
                    <a:pt x="12106148" y="11839067"/>
                    <a:pt x="12103862" y="11850370"/>
                    <a:pt x="12099417" y="11861292"/>
                  </a:cubicBezTo>
                  <a:cubicBezTo>
                    <a:pt x="12094972" y="11872214"/>
                    <a:pt x="12088495" y="11881739"/>
                    <a:pt x="12080113" y="11890121"/>
                  </a:cubicBezTo>
                  <a:cubicBezTo>
                    <a:pt x="12071731" y="11898503"/>
                    <a:pt x="12062206" y="11904853"/>
                    <a:pt x="12051284" y="11909425"/>
                  </a:cubicBezTo>
                  <a:cubicBezTo>
                    <a:pt x="12040362" y="11913997"/>
                    <a:pt x="12029059" y="11916156"/>
                    <a:pt x="12017248" y="11916156"/>
                  </a:cubicBezTo>
                  <a:lnTo>
                    <a:pt x="841248" y="11916156"/>
                  </a:lnTo>
                  <a:cubicBezTo>
                    <a:pt x="829437" y="11916156"/>
                    <a:pt x="818134" y="11913870"/>
                    <a:pt x="807212" y="11909425"/>
                  </a:cubicBezTo>
                  <a:cubicBezTo>
                    <a:pt x="796290" y="11904980"/>
                    <a:pt x="786765" y="11898503"/>
                    <a:pt x="778383" y="11890121"/>
                  </a:cubicBezTo>
                  <a:cubicBezTo>
                    <a:pt x="770001" y="11881739"/>
                    <a:pt x="763651" y="11872214"/>
                    <a:pt x="759079" y="11861292"/>
                  </a:cubicBezTo>
                  <a:cubicBezTo>
                    <a:pt x="754507" y="11850370"/>
                    <a:pt x="752348" y="11839067"/>
                    <a:pt x="752348" y="11827256"/>
                  </a:cubicBezTo>
                  <a:lnTo>
                    <a:pt x="752348" y="524256"/>
                  </a:lnTo>
                  <a:cubicBezTo>
                    <a:pt x="752348" y="512445"/>
                    <a:pt x="754634" y="501142"/>
                    <a:pt x="759079" y="490220"/>
                  </a:cubicBezTo>
                  <a:cubicBezTo>
                    <a:pt x="763524" y="479298"/>
                    <a:pt x="770001" y="469773"/>
                    <a:pt x="778383" y="461391"/>
                  </a:cubicBezTo>
                  <a:cubicBezTo>
                    <a:pt x="786765" y="453009"/>
                    <a:pt x="796290" y="446659"/>
                    <a:pt x="807212" y="442087"/>
                  </a:cubicBezTo>
                  <a:cubicBezTo>
                    <a:pt x="818134" y="437515"/>
                    <a:pt x="829437" y="435356"/>
                    <a:pt x="841248" y="435356"/>
                  </a:cubicBezTo>
                  <a:close/>
                  <a:moveTo>
                    <a:pt x="0" y="0"/>
                  </a:moveTo>
                  <a:lnTo>
                    <a:pt x="0" y="12538456"/>
                  </a:lnTo>
                  <a:lnTo>
                    <a:pt x="12858496" y="12538456"/>
                  </a:lnTo>
                  <a:lnTo>
                    <a:pt x="12858496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3589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3433412" y="0"/>
            <a:ext cx="11421176" cy="11535186"/>
          </a:xfrm>
          <a:custGeom>
            <a:avLst/>
            <a:gdLst/>
            <a:ahLst/>
            <a:cxnLst/>
            <a:rect r="r" b="b" t="t" l="l"/>
            <a:pathLst>
              <a:path h="11535186" w="11421176">
                <a:moveTo>
                  <a:pt x="0" y="0"/>
                </a:moveTo>
                <a:lnTo>
                  <a:pt x="11421176" y="0"/>
                </a:lnTo>
                <a:lnTo>
                  <a:pt x="11421176" y="11535186"/>
                </a:lnTo>
                <a:lnTo>
                  <a:pt x="0" y="115351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5035891" y="2961296"/>
            <a:ext cx="8728884" cy="22268"/>
            <a:chOff x="0" y="0"/>
            <a:chExt cx="7467600" cy="190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67600" cy="19050"/>
            </a:xfrm>
            <a:custGeom>
              <a:avLst/>
              <a:gdLst/>
              <a:ahLst/>
              <a:cxnLst/>
              <a:rect r="r" b="b" t="t" l="l"/>
              <a:pathLst>
                <a:path h="19050" w="7467600">
                  <a:moveTo>
                    <a:pt x="0" y="0"/>
                  </a:moveTo>
                  <a:lnTo>
                    <a:pt x="7467600" y="0"/>
                  </a:lnTo>
                  <a:lnTo>
                    <a:pt x="7467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1D5DB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4250798" y="493260"/>
            <a:ext cx="9797727" cy="89070"/>
          </a:xfrm>
          <a:custGeom>
            <a:avLst/>
            <a:gdLst/>
            <a:ahLst/>
            <a:cxnLst/>
            <a:rect r="r" b="b" t="t" l="l"/>
            <a:pathLst>
              <a:path h="89070" w="9797727">
                <a:moveTo>
                  <a:pt x="0" y="0"/>
                </a:moveTo>
                <a:lnTo>
                  <a:pt x="9797727" y="0"/>
                </a:lnTo>
                <a:lnTo>
                  <a:pt x="9797727" y="89071"/>
                </a:lnTo>
                <a:lnTo>
                  <a:pt x="0" y="890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245315" y="10443486"/>
            <a:ext cx="9797727" cy="89070"/>
          </a:xfrm>
          <a:custGeom>
            <a:avLst/>
            <a:gdLst/>
            <a:ahLst/>
            <a:cxnLst/>
            <a:rect r="r" b="b" t="t" l="l"/>
            <a:pathLst>
              <a:path h="89070" w="9797727">
                <a:moveTo>
                  <a:pt x="0" y="0"/>
                </a:moveTo>
                <a:lnTo>
                  <a:pt x="9797726" y="0"/>
                </a:lnTo>
                <a:lnTo>
                  <a:pt x="9797726" y="89070"/>
                </a:lnTo>
                <a:lnTo>
                  <a:pt x="0" y="8907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5035891" y="1607347"/>
            <a:ext cx="8728884" cy="22268"/>
            <a:chOff x="0" y="0"/>
            <a:chExt cx="7467600" cy="190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467600" cy="19050"/>
            </a:xfrm>
            <a:custGeom>
              <a:avLst/>
              <a:gdLst/>
              <a:ahLst/>
              <a:cxnLst/>
              <a:rect r="r" b="b" t="t" l="l"/>
              <a:pathLst>
                <a:path h="19050" w="7467600">
                  <a:moveTo>
                    <a:pt x="0" y="0"/>
                  </a:moveTo>
                  <a:lnTo>
                    <a:pt x="7467600" y="0"/>
                  </a:lnTo>
                  <a:lnTo>
                    <a:pt x="7467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1D5DB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0766581" y="3662908"/>
            <a:ext cx="5755580" cy="4280712"/>
          </a:xfrm>
          <a:custGeom>
            <a:avLst/>
            <a:gdLst/>
            <a:ahLst/>
            <a:cxnLst/>
            <a:rect r="r" b="b" t="t" l="l"/>
            <a:pathLst>
              <a:path h="4280712" w="5755580">
                <a:moveTo>
                  <a:pt x="0" y="0"/>
                </a:moveTo>
                <a:lnTo>
                  <a:pt x="5755580" y="0"/>
                </a:lnTo>
                <a:lnTo>
                  <a:pt x="5755580" y="4280713"/>
                </a:lnTo>
                <a:lnTo>
                  <a:pt x="0" y="428071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122476" y="3637188"/>
            <a:ext cx="5775886" cy="4269342"/>
          </a:xfrm>
          <a:custGeom>
            <a:avLst/>
            <a:gdLst/>
            <a:ahLst/>
            <a:cxnLst/>
            <a:rect r="r" b="b" t="t" l="l"/>
            <a:pathLst>
              <a:path h="4269342" w="5775886">
                <a:moveTo>
                  <a:pt x="0" y="0"/>
                </a:moveTo>
                <a:lnTo>
                  <a:pt x="5775886" y="0"/>
                </a:lnTo>
                <a:lnTo>
                  <a:pt x="5775886" y="4269342"/>
                </a:lnTo>
                <a:lnTo>
                  <a:pt x="0" y="426934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334846" y="6767309"/>
            <a:ext cx="5627858" cy="3529029"/>
          </a:xfrm>
          <a:custGeom>
            <a:avLst/>
            <a:gdLst/>
            <a:ahLst/>
            <a:cxnLst/>
            <a:rect r="r" b="b" t="t" l="l"/>
            <a:pathLst>
              <a:path h="3529029" w="5627858">
                <a:moveTo>
                  <a:pt x="0" y="0"/>
                </a:moveTo>
                <a:lnTo>
                  <a:pt x="5627857" y="0"/>
                </a:lnTo>
                <a:lnTo>
                  <a:pt x="5627857" y="3529029"/>
                </a:lnTo>
                <a:lnTo>
                  <a:pt x="0" y="352902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9304" r="0" b="-9304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943169" y="2602487"/>
            <a:ext cx="57495" cy="381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4"/>
              </a:lnSpc>
            </a:pPr>
            <a:r>
              <a:rPr lang="en-US" sz="1578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521419" y="1701066"/>
            <a:ext cx="3245163" cy="448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589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This is to certify that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923142" y="806479"/>
            <a:ext cx="6798353" cy="673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92"/>
              </a:lnSpc>
            </a:pPr>
            <a:r>
              <a:rPr lang="en-US" sz="4422" spc="4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Certificate</a:t>
            </a:r>
            <a:r>
              <a:rPr lang="en-US" sz="4422" spc="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4422" spc="4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of</a:t>
            </a:r>
            <a:r>
              <a:rPr lang="en-US" sz="4422" spc="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4422" spc="4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Completion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081290" y="3064540"/>
            <a:ext cx="6482057" cy="444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7"/>
              </a:lnSpc>
            </a:pPr>
            <a:r>
              <a:rPr lang="en-US" sz="2619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has successfully completed the course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818744" y="2259012"/>
            <a:ext cx="9007150" cy="367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4"/>
              </a:lnSpc>
            </a:pPr>
            <a:r>
              <a:rPr lang="en-US" sz="2239">
                <a:solidFill>
                  <a:srgbClr val="1F293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Team Members: Dishant Singh, Aakarsan Dube, Dhruv Narain Seth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862004" y="9241009"/>
            <a:ext cx="575316" cy="286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9"/>
              </a:lnSpc>
            </a:pPr>
            <a:r>
              <a:rPr lang="en-US" b="true" sz="1578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SEAL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7993" y="146085"/>
            <a:ext cx="16632001" cy="10870812"/>
          </a:xfrm>
          <a:custGeom>
            <a:avLst/>
            <a:gdLst/>
            <a:ahLst/>
            <a:cxnLst/>
            <a:rect r="r" b="b" t="t" l="l"/>
            <a:pathLst>
              <a:path h="10870812" w="16632001">
                <a:moveTo>
                  <a:pt x="0" y="0"/>
                </a:moveTo>
                <a:lnTo>
                  <a:pt x="16632001" y="0"/>
                </a:lnTo>
                <a:lnTo>
                  <a:pt x="16632001" y="10870812"/>
                </a:lnTo>
                <a:lnTo>
                  <a:pt x="0" y="108708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53068" y="1857760"/>
            <a:ext cx="14699406" cy="9558621"/>
          </a:xfrm>
          <a:custGeom>
            <a:avLst/>
            <a:gdLst/>
            <a:ahLst/>
            <a:cxnLst/>
            <a:rect r="r" b="b" t="t" l="l"/>
            <a:pathLst>
              <a:path h="9558621" w="14699406">
                <a:moveTo>
                  <a:pt x="0" y="0"/>
                </a:moveTo>
                <a:lnTo>
                  <a:pt x="14699406" y="0"/>
                </a:lnTo>
                <a:lnTo>
                  <a:pt x="14699406" y="9558621"/>
                </a:lnTo>
                <a:lnTo>
                  <a:pt x="0" y="95586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13729" y="255397"/>
            <a:ext cx="439419" cy="253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sz="1620">
                <a:solidFill>
                  <a:srgbClr val="000000">
                    <a:alpha val="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');"&gt;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948642" y="6258067"/>
            <a:ext cx="9951696" cy="61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7"/>
              </a:lnSpc>
            </a:pPr>
            <a:r>
              <a:rPr lang="en-US" sz="162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Brown, K., Davis, L., &amp; Thompson, S. (2023). Data-Driven Decision Making: Frameworks for Modern</a:t>
            </a:r>
          </a:p>
          <a:p>
            <a:pPr algn="l">
              <a:lnSpc>
                <a:spcPts val="2646"/>
              </a:lnSpc>
            </a:pPr>
            <a:r>
              <a:rPr lang="en-US" sz="1669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Organizations. </a:t>
            </a:r>
            <a:r>
              <a:rPr lang="en-US" sz="1669" i="true">
                <a:solidFill>
                  <a:srgbClr val="1F2937"/>
                </a:solidFill>
                <a:latin typeface="Inter Italics"/>
                <a:ea typeface="Inter Italics"/>
                <a:cs typeface="Inter Italics"/>
                <a:sym typeface="Inter Italics"/>
              </a:rPr>
              <a:t>Harvard Business Review Technology</a:t>
            </a:r>
            <a:r>
              <a:rPr lang="en-US" sz="1669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, 78(4), 156-172.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948642" y="3068838"/>
            <a:ext cx="10400850" cy="61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7"/>
              </a:lnSpc>
            </a:pPr>
            <a:r>
              <a:rPr lang="en-US" sz="162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Smith, J., Anderson, R., &amp; Wilson, M. (2023). Advanced Analytics in Modern Systems: A Comprehensive</a:t>
            </a:r>
          </a:p>
          <a:p>
            <a:pPr algn="l">
              <a:lnSpc>
                <a:spcPts val="2646"/>
              </a:lnSpc>
            </a:pPr>
            <a:r>
              <a:rPr lang="en-US" sz="1669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Approach to Data-Driven Decision Making. </a:t>
            </a:r>
            <a:r>
              <a:rPr lang="en-US" sz="1669" i="true">
                <a:solidFill>
                  <a:srgbClr val="1F2937"/>
                </a:solidFill>
                <a:latin typeface="Inter Italics"/>
                <a:ea typeface="Inter Italics"/>
                <a:cs typeface="Inter Italics"/>
                <a:sym typeface="Inter Italics"/>
              </a:rPr>
              <a:t>Journal of Advanced Computing Systems</a:t>
            </a:r>
            <a:r>
              <a:rPr lang="en-US" sz="1669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, 45(3), 234-251.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948642" y="4663453"/>
            <a:ext cx="10370424" cy="61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7"/>
              </a:lnSpc>
            </a:pPr>
            <a:r>
              <a:rPr lang="en-US" sz="162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Johnson, A. (2024). Machine Learning Applications in Contemporary Research: Methodologies and Best</a:t>
            </a:r>
          </a:p>
          <a:p>
            <a:pPr algn="l">
              <a:lnSpc>
                <a:spcPts val="2646"/>
              </a:lnSpc>
            </a:pPr>
            <a:r>
              <a:rPr lang="en-US" sz="1669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Practices. </a:t>
            </a:r>
            <a:r>
              <a:rPr lang="en-US" sz="1669" i="true">
                <a:solidFill>
                  <a:srgbClr val="1F2937"/>
                </a:solidFill>
                <a:latin typeface="Inter Italics"/>
                <a:ea typeface="Inter Italics"/>
                <a:cs typeface="Inter Italics"/>
                <a:sym typeface="Inter Italics"/>
              </a:rPr>
              <a:t>International Conference on Artificial Intelligence</a:t>
            </a:r>
            <a:r>
              <a:rPr lang="en-US" sz="1669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, 12, 89-104.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948642" y="7852682"/>
            <a:ext cx="10934956" cy="616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7"/>
              </a:lnSpc>
            </a:pPr>
            <a:r>
              <a:rPr lang="en-US" sz="162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Davis, M. (2024). Emerging Technology Trends: Implications for Research and Development in the Digital Age.</a:t>
            </a:r>
          </a:p>
          <a:p>
            <a:pPr algn="l">
              <a:lnSpc>
                <a:spcPts val="2646"/>
              </a:lnSpc>
            </a:pPr>
            <a:r>
              <a:rPr lang="en-US" sz="1669" i="true">
                <a:solidFill>
                  <a:srgbClr val="1F2937"/>
                </a:solidFill>
                <a:latin typeface="Inter Italics"/>
                <a:ea typeface="Inter Italics"/>
                <a:cs typeface="Inter Italics"/>
                <a:sym typeface="Inter Italics"/>
              </a:rPr>
              <a:t>Technology Innovation Quarterly</a:t>
            </a:r>
            <a:r>
              <a:rPr lang="en-US" sz="1669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, 31(2), 67-85.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87291" y="762166"/>
            <a:ext cx="2767480" cy="750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4"/>
              </a:lnSpc>
            </a:pPr>
            <a:r>
              <a:rPr lang="en-US" sz="4860" spc="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Citations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476250" y="7937734"/>
            <a:ext cx="124187" cy="216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4"/>
              </a:lnSpc>
            </a:pPr>
            <a:r>
              <a:rPr lang="en-US" sz="141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478860" y="6343119"/>
            <a:ext cx="118542" cy="216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4"/>
              </a:lnSpc>
            </a:pPr>
            <a:r>
              <a:rPr lang="en-US" sz="141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480262" y="4748504"/>
            <a:ext cx="115674" cy="216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4"/>
              </a:lnSpc>
            </a:pPr>
            <a:r>
              <a:rPr lang="en-US" sz="141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498150" y="3153889"/>
            <a:ext cx="79178" cy="216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4"/>
              </a:lnSpc>
            </a:pPr>
            <a:r>
              <a:rPr lang="en-US" sz="141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62190" y="9423199"/>
            <a:ext cx="183638" cy="245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4"/>
              </a:lnSpc>
            </a:pPr>
            <a:r>
              <a:rPr lang="en-US" sz="1417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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859611" y="9455627"/>
            <a:ext cx="5057308" cy="219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5"/>
              </a:lnSpc>
            </a:pPr>
            <a:r>
              <a:rPr lang="en-US" sz="1461" i="true">
                <a:solidFill>
                  <a:srgbClr val="4B5563"/>
                </a:solidFill>
                <a:latin typeface="Inter Italics"/>
                <a:ea typeface="Inter Italics"/>
                <a:cs typeface="Inter Italics"/>
                <a:sym typeface="Inter Italics"/>
              </a:rPr>
              <a:t>All references follow APA 7th Edition formatting guidelines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44649" y="578477"/>
            <a:ext cx="12398702" cy="10584519"/>
          </a:xfrm>
          <a:custGeom>
            <a:avLst/>
            <a:gdLst/>
            <a:ahLst/>
            <a:cxnLst/>
            <a:rect r="r" b="b" t="t" l="l"/>
            <a:pathLst>
              <a:path h="10584519" w="12398702">
                <a:moveTo>
                  <a:pt x="0" y="0"/>
                </a:moveTo>
                <a:lnTo>
                  <a:pt x="12398702" y="0"/>
                </a:lnTo>
                <a:lnTo>
                  <a:pt x="12398702" y="10584518"/>
                </a:lnTo>
                <a:lnTo>
                  <a:pt x="0" y="105845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6257" t="0" r="-4511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98598" y="0"/>
            <a:ext cx="16090804" cy="11162995"/>
          </a:xfrm>
          <a:custGeom>
            <a:avLst/>
            <a:gdLst/>
            <a:ahLst/>
            <a:cxnLst/>
            <a:rect r="r" b="b" t="t" l="l"/>
            <a:pathLst>
              <a:path h="11162995" w="16090804">
                <a:moveTo>
                  <a:pt x="0" y="0"/>
                </a:moveTo>
                <a:lnTo>
                  <a:pt x="16090804" y="0"/>
                </a:lnTo>
                <a:lnTo>
                  <a:pt x="16090804" y="11162995"/>
                </a:lnTo>
                <a:lnTo>
                  <a:pt x="0" y="111629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71007" y="1942965"/>
            <a:ext cx="8403422" cy="9220031"/>
            <a:chOff x="0" y="0"/>
            <a:chExt cx="8489696" cy="93146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489696" cy="9314688"/>
            </a:xfrm>
            <a:custGeom>
              <a:avLst/>
              <a:gdLst/>
              <a:ahLst/>
              <a:cxnLst/>
              <a:rect r="r" b="b" t="t" l="l"/>
              <a:pathLst>
                <a:path h="9314688" w="8489696">
                  <a:moveTo>
                    <a:pt x="7546848" y="437388"/>
                  </a:moveTo>
                  <a:cubicBezTo>
                    <a:pt x="7572121" y="437388"/>
                    <a:pt x="7596378" y="442214"/>
                    <a:pt x="7619746" y="451866"/>
                  </a:cubicBezTo>
                  <a:cubicBezTo>
                    <a:pt x="7643114" y="461518"/>
                    <a:pt x="7663688" y="475361"/>
                    <a:pt x="7681595" y="493141"/>
                  </a:cubicBezTo>
                  <a:cubicBezTo>
                    <a:pt x="7699502" y="510921"/>
                    <a:pt x="7713218" y="531622"/>
                    <a:pt x="7722870" y="554990"/>
                  </a:cubicBezTo>
                  <a:cubicBezTo>
                    <a:pt x="7732522" y="578358"/>
                    <a:pt x="7737348" y="602615"/>
                    <a:pt x="7737348" y="627888"/>
                  </a:cubicBezTo>
                  <a:lnTo>
                    <a:pt x="7737348" y="8501888"/>
                  </a:lnTo>
                  <a:cubicBezTo>
                    <a:pt x="7737348" y="8527161"/>
                    <a:pt x="7732522" y="8551418"/>
                    <a:pt x="7722870" y="8574786"/>
                  </a:cubicBezTo>
                  <a:cubicBezTo>
                    <a:pt x="7713218" y="8598154"/>
                    <a:pt x="7699375" y="8618728"/>
                    <a:pt x="7681595" y="8636635"/>
                  </a:cubicBezTo>
                  <a:cubicBezTo>
                    <a:pt x="7663815" y="8654542"/>
                    <a:pt x="7643114" y="8668258"/>
                    <a:pt x="7619746" y="8677910"/>
                  </a:cubicBezTo>
                  <a:cubicBezTo>
                    <a:pt x="7596378" y="8687562"/>
                    <a:pt x="7572121" y="8692388"/>
                    <a:pt x="7546848" y="8692388"/>
                  </a:cubicBezTo>
                  <a:lnTo>
                    <a:pt x="942848" y="8692388"/>
                  </a:lnTo>
                  <a:cubicBezTo>
                    <a:pt x="917575" y="8692388"/>
                    <a:pt x="893318" y="8687562"/>
                    <a:pt x="869950" y="8677910"/>
                  </a:cubicBezTo>
                  <a:cubicBezTo>
                    <a:pt x="846582" y="8668258"/>
                    <a:pt x="826008" y="8654415"/>
                    <a:pt x="808101" y="8636635"/>
                  </a:cubicBezTo>
                  <a:cubicBezTo>
                    <a:pt x="790194" y="8618855"/>
                    <a:pt x="776478" y="8598154"/>
                    <a:pt x="766826" y="8574786"/>
                  </a:cubicBezTo>
                  <a:cubicBezTo>
                    <a:pt x="757174" y="8551418"/>
                    <a:pt x="752348" y="8527161"/>
                    <a:pt x="752348" y="8501888"/>
                  </a:cubicBezTo>
                  <a:lnTo>
                    <a:pt x="752348" y="627888"/>
                  </a:lnTo>
                  <a:cubicBezTo>
                    <a:pt x="752348" y="602615"/>
                    <a:pt x="757174" y="578358"/>
                    <a:pt x="766826" y="554990"/>
                  </a:cubicBezTo>
                  <a:cubicBezTo>
                    <a:pt x="776478" y="531622"/>
                    <a:pt x="790321" y="511048"/>
                    <a:pt x="808101" y="493141"/>
                  </a:cubicBezTo>
                  <a:cubicBezTo>
                    <a:pt x="825881" y="475234"/>
                    <a:pt x="846582" y="461518"/>
                    <a:pt x="869950" y="451866"/>
                  </a:cubicBezTo>
                  <a:cubicBezTo>
                    <a:pt x="893318" y="442214"/>
                    <a:pt x="917575" y="437388"/>
                    <a:pt x="942848" y="437388"/>
                  </a:cubicBezTo>
                  <a:close/>
                  <a:moveTo>
                    <a:pt x="0" y="0"/>
                  </a:moveTo>
                  <a:lnTo>
                    <a:pt x="0" y="9314688"/>
                  </a:lnTo>
                  <a:lnTo>
                    <a:pt x="8489696" y="9314688"/>
                  </a:lnTo>
                  <a:lnTo>
                    <a:pt x="8489696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4842"/>
              </a:stretch>
            </a:blip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087196" y="1859154"/>
            <a:ext cx="8571031" cy="9834159"/>
            <a:chOff x="0" y="0"/>
            <a:chExt cx="6494272" cy="74513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63500" y="63500"/>
              <a:ext cx="6367272" cy="7324344"/>
            </a:xfrm>
            <a:custGeom>
              <a:avLst/>
              <a:gdLst/>
              <a:ahLst/>
              <a:cxnLst/>
              <a:rect r="r" b="b" t="t" l="l"/>
              <a:pathLst>
                <a:path h="7324344" w="6367272">
                  <a:moveTo>
                    <a:pt x="0" y="0"/>
                  </a:moveTo>
                  <a:lnTo>
                    <a:pt x="6367272" y="0"/>
                  </a:lnTo>
                  <a:lnTo>
                    <a:pt x="6367272" y="7324344"/>
                  </a:lnTo>
                  <a:lnTo>
                    <a:pt x="0" y="732434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18236" y="382143"/>
              <a:ext cx="5257546" cy="6210046"/>
            </a:xfrm>
            <a:custGeom>
              <a:avLst/>
              <a:gdLst/>
              <a:ahLst/>
              <a:cxnLst/>
              <a:rect r="r" b="b" t="t" l="l"/>
              <a:pathLst>
                <a:path h="6210046" w="5257546">
                  <a:moveTo>
                    <a:pt x="0" y="6057773"/>
                  </a:moveTo>
                  <a:lnTo>
                    <a:pt x="0" y="152273"/>
                  </a:lnTo>
                  <a:cubicBezTo>
                    <a:pt x="0" y="142240"/>
                    <a:pt x="1016" y="132334"/>
                    <a:pt x="2921" y="122555"/>
                  </a:cubicBezTo>
                  <a:cubicBezTo>
                    <a:pt x="4826" y="112776"/>
                    <a:pt x="7747" y="103251"/>
                    <a:pt x="11557" y="93980"/>
                  </a:cubicBezTo>
                  <a:cubicBezTo>
                    <a:pt x="15367" y="84709"/>
                    <a:pt x="20066" y="75946"/>
                    <a:pt x="25654" y="67691"/>
                  </a:cubicBezTo>
                  <a:cubicBezTo>
                    <a:pt x="31242" y="59436"/>
                    <a:pt x="37592" y="51689"/>
                    <a:pt x="44577" y="44577"/>
                  </a:cubicBezTo>
                  <a:cubicBezTo>
                    <a:pt x="51562" y="37465"/>
                    <a:pt x="59309" y="31242"/>
                    <a:pt x="67691" y="25654"/>
                  </a:cubicBezTo>
                  <a:cubicBezTo>
                    <a:pt x="76073" y="20066"/>
                    <a:pt x="84836" y="15367"/>
                    <a:pt x="93980" y="11557"/>
                  </a:cubicBezTo>
                  <a:cubicBezTo>
                    <a:pt x="103124" y="7747"/>
                    <a:pt x="112776" y="4826"/>
                    <a:pt x="122555" y="2921"/>
                  </a:cubicBezTo>
                  <a:cubicBezTo>
                    <a:pt x="132334" y="1016"/>
                    <a:pt x="142240" y="0"/>
                    <a:pt x="152273" y="0"/>
                  </a:cubicBezTo>
                  <a:lnTo>
                    <a:pt x="5105273" y="0"/>
                  </a:lnTo>
                  <a:cubicBezTo>
                    <a:pt x="5115306" y="0"/>
                    <a:pt x="5125212" y="1016"/>
                    <a:pt x="5134991" y="2921"/>
                  </a:cubicBezTo>
                  <a:cubicBezTo>
                    <a:pt x="5144770" y="4826"/>
                    <a:pt x="5154295" y="7747"/>
                    <a:pt x="5163566" y="11557"/>
                  </a:cubicBezTo>
                  <a:cubicBezTo>
                    <a:pt x="5172837" y="15367"/>
                    <a:pt x="5181600" y="20066"/>
                    <a:pt x="5189855" y="25654"/>
                  </a:cubicBezTo>
                  <a:cubicBezTo>
                    <a:pt x="5198110" y="31242"/>
                    <a:pt x="5205857" y="37592"/>
                    <a:pt x="5212969" y="44577"/>
                  </a:cubicBezTo>
                  <a:cubicBezTo>
                    <a:pt x="5220081" y="51562"/>
                    <a:pt x="5226304" y="59309"/>
                    <a:pt x="5231892" y="67691"/>
                  </a:cubicBezTo>
                  <a:cubicBezTo>
                    <a:pt x="5237480" y="76073"/>
                    <a:pt x="5242179" y="84836"/>
                    <a:pt x="5245989" y="93980"/>
                  </a:cubicBezTo>
                  <a:cubicBezTo>
                    <a:pt x="5249799" y="103124"/>
                    <a:pt x="5252720" y="112776"/>
                    <a:pt x="5254625" y="122555"/>
                  </a:cubicBezTo>
                  <a:cubicBezTo>
                    <a:pt x="5256530" y="132334"/>
                    <a:pt x="5257546" y="142240"/>
                    <a:pt x="5257546" y="152273"/>
                  </a:cubicBezTo>
                  <a:lnTo>
                    <a:pt x="5257546" y="6057773"/>
                  </a:lnTo>
                  <a:cubicBezTo>
                    <a:pt x="5257546" y="6067806"/>
                    <a:pt x="5256530" y="6077712"/>
                    <a:pt x="5254625" y="6087491"/>
                  </a:cubicBezTo>
                  <a:cubicBezTo>
                    <a:pt x="5252720" y="6097270"/>
                    <a:pt x="5249799" y="6106795"/>
                    <a:pt x="5245989" y="6116066"/>
                  </a:cubicBezTo>
                  <a:cubicBezTo>
                    <a:pt x="5242179" y="6125337"/>
                    <a:pt x="5237480" y="6134100"/>
                    <a:pt x="5231892" y="6142355"/>
                  </a:cubicBezTo>
                  <a:cubicBezTo>
                    <a:pt x="5226305" y="6150610"/>
                    <a:pt x="5219954" y="6158357"/>
                    <a:pt x="5212969" y="6165469"/>
                  </a:cubicBezTo>
                  <a:cubicBezTo>
                    <a:pt x="5205984" y="6172581"/>
                    <a:pt x="5198237" y="6178804"/>
                    <a:pt x="5189855" y="6184392"/>
                  </a:cubicBezTo>
                  <a:cubicBezTo>
                    <a:pt x="5181473" y="6189980"/>
                    <a:pt x="5172710" y="6194679"/>
                    <a:pt x="5163566" y="6198489"/>
                  </a:cubicBezTo>
                  <a:cubicBezTo>
                    <a:pt x="5154422" y="6202299"/>
                    <a:pt x="5144770" y="6205220"/>
                    <a:pt x="5134991" y="6207125"/>
                  </a:cubicBezTo>
                  <a:cubicBezTo>
                    <a:pt x="5125212" y="6209029"/>
                    <a:pt x="5115306" y="6210045"/>
                    <a:pt x="5105273" y="6210045"/>
                  </a:cubicBezTo>
                  <a:lnTo>
                    <a:pt x="152273" y="6210045"/>
                  </a:lnTo>
                  <a:cubicBezTo>
                    <a:pt x="142240" y="6210045"/>
                    <a:pt x="132334" y="6209029"/>
                    <a:pt x="122555" y="6207125"/>
                  </a:cubicBezTo>
                  <a:cubicBezTo>
                    <a:pt x="112776" y="6205220"/>
                    <a:pt x="103251" y="6202299"/>
                    <a:pt x="93980" y="6198489"/>
                  </a:cubicBezTo>
                  <a:cubicBezTo>
                    <a:pt x="84709" y="6194679"/>
                    <a:pt x="75946" y="6189980"/>
                    <a:pt x="67691" y="6184392"/>
                  </a:cubicBezTo>
                  <a:cubicBezTo>
                    <a:pt x="59436" y="6178804"/>
                    <a:pt x="51689" y="6172454"/>
                    <a:pt x="44577" y="6165469"/>
                  </a:cubicBezTo>
                  <a:cubicBezTo>
                    <a:pt x="37465" y="6158484"/>
                    <a:pt x="31242" y="6150737"/>
                    <a:pt x="25654" y="6142355"/>
                  </a:cubicBezTo>
                  <a:cubicBezTo>
                    <a:pt x="20066" y="6133972"/>
                    <a:pt x="15367" y="6125210"/>
                    <a:pt x="11557" y="6116066"/>
                  </a:cubicBezTo>
                  <a:cubicBezTo>
                    <a:pt x="7747" y="6106921"/>
                    <a:pt x="4826" y="6097270"/>
                    <a:pt x="2921" y="6087491"/>
                  </a:cubicBezTo>
                  <a:cubicBezTo>
                    <a:pt x="1016" y="6077712"/>
                    <a:pt x="0" y="6067806"/>
                    <a:pt x="0" y="60577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923036" y="1525016"/>
              <a:ext cx="38100" cy="533400"/>
            </a:xfrm>
            <a:custGeom>
              <a:avLst/>
              <a:gdLst/>
              <a:ahLst/>
              <a:cxnLst/>
              <a:rect r="r" b="b" t="t" l="l"/>
              <a:pathLst>
                <a:path h="533400" w="38100">
                  <a:moveTo>
                    <a:pt x="0" y="0"/>
                  </a:moveTo>
                  <a:lnTo>
                    <a:pt x="38100" y="0"/>
                  </a:lnTo>
                  <a:lnTo>
                    <a:pt x="38100" y="533400"/>
                  </a:lnTo>
                  <a:lnTo>
                    <a:pt x="0" y="533400"/>
                  </a:ln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923036" y="2210816"/>
              <a:ext cx="38100" cy="533400"/>
            </a:xfrm>
            <a:custGeom>
              <a:avLst/>
              <a:gdLst/>
              <a:ahLst/>
              <a:cxnLst/>
              <a:rect r="r" b="b" t="t" l="l"/>
              <a:pathLst>
                <a:path h="533400" w="38100">
                  <a:moveTo>
                    <a:pt x="0" y="0"/>
                  </a:moveTo>
                  <a:lnTo>
                    <a:pt x="38100" y="0"/>
                  </a:lnTo>
                  <a:lnTo>
                    <a:pt x="38100" y="533400"/>
                  </a:lnTo>
                  <a:lnTo>
                    <a:pt x="0" y="533400"/>
                  </a:lnTo>
                  <a:close/>
                </a:path>
              </a:pathLst>
            </a:custGeom>
            <a:solidFill>
              <a:srgbClr val="A855F7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923036" y="2896616"/>
              <a:ext cx="38100" cy="533400"/>
            </a:xfrm>
            <a:custGeom>
              <a:avLst/>
              <a:gdLst/>
              <a:ahLst/>
              <a:cxnLst/>
              <a:rect r="r" b="b" t="t" l="l"/>
              <a:pathLst>
                <a:path h="533400" w="38100">
                  <a:moveTo>
                    <a:pt x="0" y="0"/>
                  </a:moveTo>
                  <a:lnTo>
                    <a:pt x="38100" y="0"/>
                  </a:lnTo>
                  <a:lnTo>
                    <a:pt x="38100" y="533400"/>
                  </a:lnTo>
                  <a:lnTo>
                    <a:pt x="0" y="533400"/>
                  </a:ln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923036" y="3582416"/>
              <a:ext cx="38100" cy="533400"/>
            </a:xfrm>
            <a:custGeom>
              <a:avLst/>
              <a:gdLst/>
              <a:ahLst/>
              <a:cxnLst/>
              <a:rect r="r" b="b" t="t" l="l"/>
              <a:pathLst>
                <a:path h="533400" w="38100">
                  <a:moveTo>
                    <a:pt x="0" y="0"/>
                  </a:moveTo>
                  <a:lnTo>
                    <a:pt x="38100" y="0"/>
                  </a:lnTo>
                  <a:lnTo>
                    <a:pt x="38100" y="533400"/>
                  </a:lnTo>
                  <a:lnTo>
                    <a:pt x="0" y="533400"/>
                  </a:ln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923036" y="4268216"/>
              <a:ext cx="38100" cy="533400"/>
            </a:xfrm>
            <a:custGeom>
              <a:avLst/>
              <a:gdLst/>
              <a:ahLst/>
              <a:cxnLst/>
              <a:rect r="r" b="b" t="t" l="l"/>
              <a:pathLst>
                <a:path h="533400" w="38100">
                  <a:moveTo>
                    <a:pt x="0" y="0"/>
                  </a:moveTo>
                  <a:lnTo>
                    <a:pt x="38100" y="0"/>
                  </a:lnTo>
                  <a:lnTo>
                    <a:pt x="38100" y="533400"/>
                  </a:lnTo>
                  <a:lnTo>
                    <a:pt x="0" y="533400"/>
                  </a:lnTo>
                  <a:close/>
                </a:path>
              </a:pathLst>
            </a:custGeom>
            <a:solidFill>
              <a:srgbClr val="EF4444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923036" y="5030089"/>
              <a:ext cx="4648454" cy="1257554"/>
            </a:xfrm>
            <a:custGeom>
              <a:avLst/>
              <a:gdLst/>
              <a:ahLst/>
              <a:cxnLst/>
              <a:rect r="r" b="b" t="t" l="l"/>
              <a:pathLst>
                <a:path h="1257554" w="4648454">
                  <a:moveTo>
                    <a:pt x="0" y="1181227"/>
                  </a:moveTo>
                  <a:lnTo>
                    <a:pt x="0" y="76327"/>
                  </a:lnTo>
                  <a:cubicBezTo>
                    <a:pt x="0" y="71374"/>
                    <a:pt x="508" y="66421"/>
                    <a:pt x="1524" y="61468"/>
                  </a:cubicBezTo>
                  <a:cubicBezTo>
                    <a:pt x="2540" y="56514"/>
                    <a:pt x="3937" y="51816"/>
                    <a:pt x="5842" y="47117"/>
                  </a:cubicBezTo>
                  <a:cubicBezTo>
                    <a:pt x="7747" y="42418"/>
                    <a:pt x="10160" y="38100"/>
                    <a:pt x="12827" y="33908"/>
                  </a:cubicBezTo>
                  <a:cubicBezTo>
                    <a:pt x="15494" y="29717"/>
                    <a:pt x="18796" y="25907"/>
                    <a:pt x="22352" y="22351"/>
                  </a:cubicBezTo>
                  <a:cubicBezTo>
                    <a:pt x="25908" y="18795"/>
                    <a:pt x="29718" y="15620"/>
                    <a:pt x="33909" y="12826"/>
                  </a:cubicBezTo>
                  <a:cubicBezTo>
                    <a:pt x="38100" y="10032"/>
                    <a:pt x="42418" y="7747"/>
                    <a:pt x="47117" y="5842"/>
                  </a:cubicBezTo>
                  <a:cubicBezTo>
                    <a:pt x="51816" y="3937"/>
                    <a:pt x="56515" y="2539"/>
                    <a:pt x="61468" y="1524"/>
                  </a:cubicBezTo>
                  <a:cubicBezTo>
                    <a:pt x="66421" y="508"/>
                    <a:pt x="71374" y="0"/>
                    <a:pt x="76327" y="0"/>
                  </a:cubicBezTo>
                  <a:lnTo>
                    <a:pt x="4572127" y="0"/>
                  </a:lnTo>
                  <a:cubicBezTo>
                    <a:pt x="4577080" y="0"/>
                    <a:pt x="4582033" y="508"/>
                    <a:pt x="4586986" y="1524"/>
                  </a:cubicBezTo>
                  <a:cubicBezTo>
                    <a:pt x="4591939" y="2539"/>
                    <a:pt x="4596638" y="3937"/>
                    <a:pt x="4601337" y="5842"/>
                  </a:cubicBezTo>
                  <a:cubicBezTo>
                    <a:pt x="4606036" y="7747"/>
                    <a:pt x="4610354" y="10160"/>
                    <a:pt x="4614545" y="12826"/>
                  </a:cubicBezTo>
                  <a:cubicBezTo>
                    <a:pt x="4618737" y="15493"/>
                    <a:pt x="4622546" y="18795"/>
                    <a:pt x="4626102" y="22351"/>
                  </a:cubicBezTo>
                  <a:cubicBezTo>
                    <a:pt x="4629658" y="25907"/>
                    <a:pt x="4632833" y="29717"/>
                    <a:pt x="4635627" y="33908"/>
                  </a:cubicBezTo>
                  <a:cubicBezTo>
                    <a:pt x="4638421" y="38100"/>
                    <a:pt x="4640707" y="42418"/>
                    <a:pt x="4642612" y="47117"/>
                  </a:cubicBezTo>
                  <a:cubicBezTo>
                    <a:pt x="4644517" y="51816"/>
                    <a:pt x="4645914" y="56514"/>
                    <a:pt x="4646930" y="61468"/>
                  </a:cubicBezTo>
                  <a:cubicBezTo>
                    <a:pt x="4647946" y="66421"/>
                    <a:pt x="4648454" y="71374"/>
                    <a:pt x="4648454" y="76327"/>
                  </a:cubicBezTo>
                  <a:lnTo>
                    <a:pt x="4648454" y="1181227"/>
                  </a:lnTo>
                  <a:cubicBezTo>
                    <a:pt x="4648454" y="1186180"/>
                    <a:pt x="4647946" y="1191133"/>
                    <a:pt x="4646930" y="1196086"/>
                  </a:cubicBezTo>
                  <a:cubicBezTo>
                    <a:pt x="4645914" y="1201039"/>
                    <a:pt x="4644517" y="1205738"/>
                    <a:pt x="4642612" y="1210437"/>
                  </a:cubicBezTo>
                  <a:cubicBezTo>
                    <a:pt x="4640707" y="1215136"/>
                    <a:pt x="4638294" y="1219454"/>
                    <a:pt x="4635627" y="1223645"/>
                  </a:cubicBezTo>
                  <a:cubicBezTo>
                    <a:pt x="4632961" y="1227836"/>
                    <a:pt x="4629658" y="1231646"/>
                    <a:pt x="4626102" y="1235202"/>
                  </a:cubicBezTo>
                  <a:cubicBezTo>
                    <a:pt x="4622546" y="1238758"/>
                    <a:pt x="4618737" y="1241933"/>
                    <a:pt x="4614545" y="1244727"/>
                  </a:cubicBezTo>
                  <a:cubicBezTo>
                    <a:pt x="4610354" y="1247521"/>
                    <a:pt x="4606036" y="1249807"/>
                    <a:pt x="4601337" y="1251712"/>
                  </a:cubicBezTo>
                  <a:cubicBezTo>
                    <a:pt x="4596638" y="1253617"/>
                    <a:pt x="4591939" y="1255014"/>
                    <a:pt x="4586986" y="1256030"/>
                  </a:cubicBezTo>
                  <a:cubicBezTo>
                    <a:pt x="4582033" y="1257046"/>
                    <a:pt x="4577080" y="1257554"/>
                    <a:pt x="4572127" y="1257554"/>
                  </a:cubicBezTo>
                  <a:lnTo>
                    <a:pt x="76327" y="1257554"/>
                  </a:lnTo>
                  <a:cubicBezTo>
                    <a:pt x="71374" y="1257554"/>
                    <a:pt x="66421" y="1257046"/>
                    <a:pt x="61468" y="1256030"/>
                  </a:cubicBezTo>
                  <a:cubicBezTo>
                    <a:pt x="56515" y="1255014"/>
                    <a:pt x="51816" y="1253617"/>
                    <a:pt x="47117" y="1251712"/>
                  </a:cubicBezTo>
                  <a:cubicBezTo>
                    <a:pt x="42418" y="1249807"/>
                    <a:pt x="38100" y="1247394"/>
                    <a:pt x="33909" y="1244727"/>
                  </a:cubicBezTo>
                  <a:cubicBezTo>
                    <a:pt x="29718" y="1242060"/>
                    <a:pt x="25908" y="1238758"/>
                    <a:pt x="22352" y="1235202"/>
                  </a:cubicBezTo>
                  <a:cubicBezTo>
                    <a:pt x="18796" y="1231646"/>
                    <a:pt x="15621" y="1227836"/>
                    <a:pt x="12827" y="1223645"/>
                  </a:cubicBezTo>
                  <a:cubicBezTo>
                    <a:pt x="10033" y="1219454"/>
                    <a:pt x="7747" y="1215136"/>
                    <a:pt x="5842" y="1210437"/>
                  </a:cubicBezTo>
                  <a:cubicBezTo>
                    <a:pt x="3937" y="1205738"/>
                    <a:pt x="2540" y="1201039"/>
                    <a:pt x="1524" y="1196086"/>
                  </a:cubicBezTo>
                  <a:cubicBezTo>
                    <a:pt x="508" y="1191133"/>
                    <a:pt x="0" y="1186180"/>
                    <a:pt x="0" y="1181227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923036" y="686816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609600" y="304800"/>
                  </a:moveTo>
                  <a:cubicBezTo>
                    <a:pt x="609600" y="314833"/>
                    <a:pt x="609092" y="324739"/>
                    <a:pt x="608076" y="334645"/>
                  </a:cubicBezTo>
                  <a:cubicBezTo>
                    <a:pt x="607060" y="344551"/>
                    <a:pt x="605663" y="354457"/>
                    <a:pt x="603631" y="364236"/>
                  </a:cubicBezTo>
                  <a:cubicBezTo>
                    <a:pt x="601599" y="374015"/>
                    <a:pt x="599313" y="383667"/>
                    <a:pt x="596392" y="393192"/>
                  </a:cubicBezTo>
                  <a:cubicBezTo>
                    <a:pt x="593471" y="402717"/>
                    <a:pt x="590169" y="412115"/>
                    <a:pt x="586359" y="421386"/>
                  </a:cubicBezTo>
                  <a:cubicBezTo>
                    <a:pt x="582549" y="430657"/>
                    <a:pt x="578231" y="439674"/>
                    <a:pt x="573532" y="448437"/>
                  </a:cubicBezTo>
                  <a:cubicBezTo>
                    <a:pt x="568833" y="457200"/>
                    <a:pt x="563753" y="465836"/>
                    <a:pt x="558165" y="474091"/>
                  </a:cubicBezTo>
                  <a:cubicBezTo>
                    <a:pt x="552577" y="482346"/>
                    <a:pt x="546735" y="490347"/>
                    <a:pt x="540385" y="498094"/>
                  </a:cubicBezTo>
                  <a:cubicBezTo>
                    <a:pt x="534035" y="505841"/>
                    <a:pt x="527304" y="513207"/>
                    <a:pt x="520319" y="520319"/>
                  </a:cubicBezTo>
                  <a:cubicBezTo>
                    <a:pt x="513334" y="527431"/>
                    <a:pt x="505841" y="534035"/>
                    <a:pt x="498094" y="540385"/>
                  </a:cubicBezTo>
                  <a:cubicBezTo>
                    <a:pt x="490347" y="546735"/>
                    <a:pt x="482346" y="552704"/>
                    <a:pt x="474091" y="558165"/>
                  </a:cubicBezTo>
                  <a:cubicBezTo>
                    <a:pt x="465836" y="563626"/>
                    <a:pt x="457200" y="568833"/>
                    <a:pt x="448437" y="573532"/>
                  </a:cubicBezTo>
                  <a:cubicBezTo>
                    <a:pt x="439674" y="578231"/>
                    <a:pt x="430657" y="582549"/>
                    <a:pt x="421386" y="586359"/>
                  </a:cubicBezTo>
                  <a:cubicBezTo>
                    <a:pt x="412115" y="590169"/>
                    <a:pt x="402717" y="593598"/>
                    <a:pt x="393192" y="596392"/>
                  </a:cubicBezTo>
                  <a:cubicBezTo>
                    <a:pt x="383667" y="599186"/>
                    <a:pt x="374015" y="601726"/>
                    <a:pt x="364236" y="603631"/>
                  </a:cubicBezTo>
                  <a:cubicBezTo>
                    <a:pt x="354457" y="605536"/>
                    <a:pt x="344551" y="607060"/>
                    <a:pt x="334645" y="608076"/>
                  </a:cubicBezTo>
                  <a:cubicBezTo>
                    <a:pt x="324739" y="609092"/>
                    <a:pt x="314706" y="609600"/>
                    <a:pt x="304800" y="609600"/>
                  </a:cubicBezTo>
                  <a:cubicBezTo>
                    <a:pt x="294894" y="609600"/>
                    <a:pt x="284861" y="609092"/>
                    <a:pt x="274955" y="608076"/>
                  </a:cubicBezTo>
                  <a:cubicBezTo>
                    <a:pt x="265049" y="607060"/>
                    <a:pt x="255143" y="605663"/>
                    <a:pt x="245364" y="603631"/>
                  </a:cubicBezTo>
                  <a:cubicBezTo>
                    <a:pt x="235585" y="601599"/>
                    <a:pt x="225933" y="599313"/>
                    <a:pt x="216408" y="596392"/>
                  </a:cubicBezTo>
                  <a:cubicBezTo>
                    <a:pt x="206883" y="593471"/>
                    <a:pt x="197485" y="590169"/>
                    <a:pt x="188214" y="586359"/>
                  </a:cubicBezTo>
                  <a:cubicBezTo>
                    <a:pt x="178943" y="582549"/>
                    <a:pt x="169926" y="578231"/>
                    <a:pt x="161163" y="573532"/>
                  </a:cubicBezTo>
                  <a:cubicBezTo>
                    <a:pt x="152400" y="568833"/>
                    <a:pt x="143764" y="563753"/>
                    <a:pt x="135509" y="558165"/>
                  </a:cubicBezTo>
                  <a:cubicBezTo>
                    <a:pt x="127254" y="552577"/>
                    <a:pt x="119253" y="546735"/>
                    <a:pt x="111506" y="540385"/>
                  </a:cubicBezTo>
                  <a:cubicBezTo>
                    <a:pt x="103759" y="534035"/>
                    <a:pt x="96393" y="527304"/>
                    <a:pt x="89281" y="520319"/>
                  </a:cubicBezTo>
                  <a:cubicBezTo>
                    <a:pt x="82169" y="513334"/>
                    <a:pt x="75565" y="505841"/>
                    <a:pt x="69215" y="498094"/>
                  </a:cubicBezTo>
                  <a:cubicBezTo>
                    <a:pt x="62865" y="490347"/>
                    <a:pt x="56896" y="482346"/>
                    <a:pt x="51435" y="474091"/>
                  </a:cubicBezTo>
                  <a:cubicBezTo>
                    <a:pt x="45974" y="465836"/>
                    <a:pt x="40767" y="457200"/>
                    <a:pt x="36068" y="448437"/>
                  </a:cubicBezTo>
                  <a:cubicBezTo>
                    <a:pt x="31369" y="439674"/>
                    <a:pt x="27051" y="430657"/>
                    <a:pt x="23241" y="421386"/>
                  </a:cubicBezTo>
                  <a:cubicBezTo>
                    <a:pt x="19431" y="412115"/>
                    <a:pt x="16002" y="402717"/>
                    <a:pt x="13208" y="393192"/>
                  </a:cubicBezTo>
                  <a:cubicBezTo>
                    <a:pt x="10414" y="383667"/>
                    <a:pt x="7874" y="374015"/>
                    <a:pt x="5969" y="364236"/>
                  </a:cubicBezTo>
                  <a:cubicBezTo>
                    <a:pt x="4064" y="354457"/>
                    <a:pt x="2540" y="344551"/>
                    <a:pt x="1524" y="334645"/>
                  </a:cubicBezTo>
                  <a:cubicBezTo>
                    <a:pt x="508" y="324739"/>
                    <a:pt x="0" y="314706"/>
                    <a:pt x="0" y="304800"/>
                  </a:cubicBezTo>
                  <a:cubicBezTo>
                    <a:pt x="0" y="294894"/>
                    <a:pt x="508" y="284861"/>
                    <a:pt x="1524" y="274955"/>
                  </a:cubicBezTo>
                  <a:cubicBezTo>
                    <a:pt x="2540" y="265049"/>
                    <a:pt x="3937" y="255143"/>
                    <a:pt x="5969" y="245364"/>
                  </a:cubicBezTo>
                  <a:cubicBezTo>
                    <a:pt x="8001" y="235585"/>
                    <a:pt x="10287" y="225933"/>
                    <a:pt x="13208" y="216408"/>
                  </a:cubicBezTo>
                  <a:cubicBezTo>
                    <a:pt x="16129" y="206883"/>
                    <a:pt x="19431" y="197485"/>
                    <a:pt x="23241" y="188214"/>
                  </a:cubicBezTo>
                  <a:cubicBezTo>
                    <a:pt x="27051" y="178943"/>
                    <a:pt x="31369" y="169926"/>
                    <a:pt x="36068" y="161163"/>
                  </a:cubicBezTo>
                  <a:cubicBezTo>
                    <a:pt x="40767" y="152400"/>
                    <a:pt x="45847" y="143764"/>
                    <a:pt x="51435" y="135509"/>
                  </a:cubicBezTo>
                  <a:cubicBezTo>
                    <a:pt x="57023" y="127254"/>
                    <a:pt x="62865" y="119253"/>
                    <a:pt x="69215" y="111506"/>
                  </a:cubicBezTo>
                  <a:cubicBezTo>
                    <a:pt x="75565" y="103759"/>
                    <a:pt x="82296" y="96393"/>
                    <a:pt x="89281" y="89281"/>
                  </a:cubicBezTo>
                  <a:cubicBezTo>
                    <a:pt x="96266" y="82169"/>
                    <a:pt x="103759" y="75565"/>
                    <a:pt x="111506" y="69215"/>
                  </a:cubicBezTo>
                  <a:cubicBezTo>
                    <a:pt x="119253" y="62865"/>
                    <a:pt x="127254" y="56896"/>
                    <a:pt x="135509" y="51435"/>
                  </a:cubicBezTo>
                  <a:cubicBezTo>
                    <a:pt x="143764" y="45974"/>
                    <a:pt x="152400" y="40767"/>
                    <a:pt x="161163" y="36068"/>
                  </a:cubicBezTo>
                  <a:cubicBezTo>
                    <a:pt x="169926" y="31369"/>
                    <a:pt x="178943" y="27051"/>
                    <a:pt x="188214" y="23241"/>
                  </a:cubicBezTo>
                  <a:cubicBezTo>
                    <a:pt x="197485" y="19431"/>
                    <a:pt x="206883" y="16002"/>
                    <a:pt x="216408" y="13208"/>
                  </a:cubicBezTo>
                  <a:cubicBezTo>
                    <a:pt x="225933" y="10414"/>
                    <a:pt x="235585" y="7874"/>
                    <a:pt x="245364" y="5969"/>
                  </a:cubicBezTo>
                  <a:cubicBezTo>
                    <a:pt x="255143" y="4064"/>
                    <a:pt x="265049" y="2540"/>
                    <a:pt x="274955" y="1524"/>
                  </a:cubicBezTo>
                  <a:cubicBezTo>
                    <a:pt x="284861" y="508"/>
                    <a:pt x="294894" y="0"/>
                    <a:pt x="304800" y="0"/>
                  </a:cubicBezTo>
                  <a:cubicBezTo>
                    <a:pt x="314706" y="0"/>
                    <a:pt x="324739" y="508"/>
                    <a:pt x="334645" y="1524"/>
                  </a:cubicBezTo>
                  <a:cubicBezTo>
                    <a:pt x="344551" y="2540"/>
                    <a:pt x="354457" y="3937"/>
                    <a:pt x="364236" y="5969"/>
                  </a:cubicBezTo>
                  <a:cubicBezTo>
                    <a:pt x="374015" y="8001"/>
                    <a:pt x="383667" y="10287"/>
                    <a:pt x="393192" y="13208"/>
                  </a:cubicBezTo>
                  <a:cubicBezTo>
                    <a:pt x="402717" y="16129"/>
                    <a:pt x="412115" y="19431"/>
                    <a:pt x="421386" y="23241"/>
                  </a:cubicBezTo>
                  <a:cubicBezTo>
                    <a:pt x="430657" y="27051"/>
                    <a:pt x="439674" y="31369"/>
                    <a:pt x="448437" y="36068"/>
                  </a:cubicBezTo>
                  <a:cubicBezTo>
                    <a:pt x="457200" y="40767"/>
                    <a:pt x="465836" y="45847"/>
                    <a:pt x="474091" y="51435"/>
                  </a:cubicBezTo>
                  <a:cubicBezTo>
                    <a:pt x="482346" y="57023"/>
                    <a:pt x="490347" y="62865"/>
                    <a:pt x="498094" y="69215"/>
                  </a:cubicBezTo>
                  <a:cubicBezTo>
                    <a:pt x="505841" y="75565"/>
                    <a:pt x="513207" y="82296"/>
                    <a:pt x="520319" y="89281"/>
                  </a:cubicBezTo>
                  <a:cubicBezTo>
                    <a:pt x="527431" y="96266"/>
                    <a:pt x="534035" y="103759"/>
                    <a:pt x="540385" y="111506"/>
                  </a:cubicBezTo>
                  <a:cubicBezTo>
                    <a:pt x="546735" y="119253"/>
                    <a:pt x="552704" y="127254"/>
                    <a:pt x="558165" y="135509"/>
                  </a:cubicBezTo>
                  <a:cubicBezTo>
                    <a:pt x="563626" y="143764"/>
                    <a:pt x="568833" y="152400"/>
                    <a:pt x="573532" y="161163"/>
                  </a:cubicBezTo>
                  <a:cubicBezTo>
                    <a:pt x="578231" y="169926"/>
                    <a:pt x="582549" y="178943"/>
                    <a:pt x="586359" y="188214"/>
                  </a:cubicBezTo>
                  <a:cubicBezTo>
                    <a:pt x="590169" y="197485"/>
                    <a:pt x="593598" y="206883"/>
                    <a:pt x="596392" y="216408"/>
                  </a:cubicBezTo>
                  <a:cubicBezTo>
                    <a:pt x="599186" y="225933"/>
                    <a:pt x="601726" y="235585"/>
                    <a:pt x="603631" y="245364"/>
                  </a:cubicBezTo>
                  <a:cubicBezTo>
                    <a:pt x="605536" y="255143"/>
                    <a:pt x="607060" y="265049"/>
                    <a:pt x="608076" y="274955"/>
                  </a:cubicBezTo>
                  <a:cubicBezTo>
                    <a:pt x="609092" y="284861"/>
                    <a:pt x="609600" y="294894"/>
                    <a:pt x="609600" y="304800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713571" y="1942965"/>
            <a:ext cx="8403422" cy="9220031"/>
            <a:chOff x="0" y="0"/>
            <a:chExt cx="8489696" cy="931468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489696" cy="9314688"/>
            </a:xfrm>
            <a:custGeom>
              <a:avLst/>
              <a:gdLst/>
              <a:ahLst/>
              <a:cxnLst/>
              <a:rect r="r" b="b" t="t" l="l"/>
              <a:pathLst>
                <a:path h="9314688" w="8489696">
                  <a:moveTo>
                    <a:pt x="7546848" y="437388"/>
                  </a:moveTo>
                  <a:cubicBezTo>
                    <a:pt x="7572121" y="437388"/>
                    <a:pt x="7596378" y="442214"/>
                    <a:pt x="7619746" y="451866"/>
                  </a:cubicBezTo>
                  <a:cubicBezTo>
                    <a:pt x="7643114" y="461518"/>
                    <a:pt x="7663688" y="475361"/>
                    <a:pt x="7681595" y="493141"/>
                  </a:cubicBezTo>
                  <a:cubicBezTo>
                    <a:pt x="7699502" y="510921"/>
                    <a:pt x="7713218" y="531622"/>
                    <a:pt x="7722870" y="554990"/>
                  </a:cubicBezTo>
                  <a:cubicBezTo>
                    <a:pt x="7732522" y="578358"/>
                    <a:pt x="7737348" y="602615"/>
                    <a:pt x="7737348" y="627888"/>
                  </a:cubicBezTo>
                  <a:lnTo>
                    <a:pt x="7737348" y="8146288"/>
                  </a:lnTo>
                  <a:cubicBezTo>
                    <a:pt x="7737348" y="8171561"/>
                    <a:pt x="7732522" y="8195818"/>
                    <a:pt x="7722870" y="8219186"/>
                  </a:cubicBezTo>
                  <a:cubicBezTo>
                    <a:pt x="7713218" y="8242554"/>
                    <a:pt x="7699375" y="8263128"/>
                    <a:pt x="7681595" y="8281035"/>
                  </a:cubicBezTo>
                  <a:cubicBezTo>
                    <a:pt x="7663815" y="8298942"/>
                    <a:pt x="7643114" y="8312658"/>
                    <a:pt x="7619746" y="8322310"/>
                  </a:cubicBezTo>
                  <a:cubicBezTo>
                    <a:pt x="7596378" y="8331962"/>
                    <a:pt x="7572121" y="8336788"/>
                    <a:pt x="7546848" y="8336788"/>
                  </a:cubicBezTo>
                  <a:lnTo>
                    <a:pt x="942848" y="8336788"/>
                  </a:lnTo>
                  <a:cubicBezTo>
                    <a:pt x="917575" y="8336788"/>
                    <a:pt x="893318" y="8331962"/>
                    <a:pt x="869950" y="8322310"/>
                  </a:cubicBezTo>
                  <a:cubicBezTo>
                    <a:pt x="846582" y="8312658"/>
                    <a:pt x="826008" y="8298815"/>
                    <a:pt x="808101" y="8281035"/>
                  </a:cubicBezTo>
                  <a:cubicBezTo>
                    <a:pt x="790194" y="8263255"/>
                    <a:pt x="776478" y="8242554"/>
                    <a:pt x="766826" y="8219186"/>
                  </a:cubicBezTo>
                  <a:cubicBezTo>
                    <a:pt x="757174" y="8195818"/>
                    <a:pt x="752348" y="8171561"/>
                    <a:pt x="752348" y="8146288"/>
                  </a:cubicBezTo>
                  <a:lnTo>
                    <a:pt x="752348" y="627888"/>
                  </a:lnTo>
                  <a:cubicBezTo>
                    <a:pt x="752348" y="602615"/>
                    <a:pt x="757174" y="578358"/>
                    <a:pt x="766826" y="554990"/>
                  </a:cubicBezTo>
                  <a:cubicBezTo>
                    <a:pt x="776478" y="531622"/>
                    <a:pt x="790321" y="511048"/>
                    <a:pt x="808101" y="493141"/>
                  </a:cubicBezTo>
                  <a:cubicBezTo>
                    <a:pt x="825881" y="475234"/>
                    <a:pt x="846582" y="461518"/>
                    <a:pt x="869950" y="451866"/>
                  </a:cubicBezTo>
                  <a:cubicBezTo>
                    <a:pt x="893318" y="442214"/>
                    <a:pt x="917575" y="437388"/>
                    <a:pt x="942848" y="437388"/>
                  </a:cubicBezTo>
                  <a:close/>
                  <a:moveTo>
                    <a:pt x="0" y="0"/>
                  </a:moveTo>
                  <a:lnTo>
                    <a:pt x="0" y="9314688"/>
                  </a:lnTo>
                  <a:lnTo>
                    <a:pt x="8489696" y="9314688"/>
                  </a:lnTo>
                  <a:lnTo>
                    <a:pt x="8489696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003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8629761" y="1859154"/>
            <a:ext cx="8571031" cy="9480161"/>
          </a:xfrm>
          <a:custGeom>
            <a:avLst/>
            <a:gdLst/>
            <a:ahLst/>
            <a:cxnLst/>
            <a:rect r="r" b="b" t="t" l="l"/>
            <a:pathLst>
              <a:path h="9480161" w="8571031">
                <a:moveTo>
                  <a:pt x="0" y="0"/>
                </a:moveTo>
                <a:lnTo>
                  <a:pt x="8571030" y="0"/>
                </a:lnTo>
                <a:lnTo>
                  <a:pt x="8571030" y="9480161"/>
                </a:lnTo>
                <a:lnTo>
                  <a:pt x="0" y="94801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5735314" y="563467"/>
            <a:ext cx="6953377" cy="1232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51"/>
              </a:lnSpc>
            </a:pPr>
            <a:r>
              <a:rPr lang="en-US" b="true" sz="475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Patent Application</a:t>
            </a:r>
          </a:p>
          <a:p>
            <a:pPr algn="ctr">
              <a:lnSpc>
                <a:spcPts val="2771"/>
              </a:lnSpc>
            </a:pPr>
            <a:r>
              <a:rPr lang="en-US" sz="1979">
                <a:solidFill>
                  <a:srgbClr val="DBEAFE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Research Innovation Protection &amp; Intellectual Property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556827" y="2937248"/>
            <a:ext cx="307737" cy="404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5"/>
              </a:lnSpc>
            </a:pPr>
            <a:r>
              <a:rPr lang="en-US" sz="237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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47973" y="2736113"/>
            <a:ext cx="307737" cy="404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5"/>
              </a:lnSpc>
            </a:pPr>
            <a:r>
              <a:rPr lang="en-US" sz="2375">
                <a:solidFill>
                  <a:srgbClr val="2563EB"/>
                </a:solidFill>
                <a:latin typeface="Arimo"/>
                <a:ea typeface="Arimo"/>
                <a:cs typeface="Arimo"/>
                <a:sym typeface="Arimo"/>
              </a:rPr>
              <a:t>✉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311084" y="2830395"/>
            <a:ext cx="4708106" cy="689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5"/>
              </a:lnSpc>
            </a:pPr>
            <a:r>
              <a:rPr lang="en-US" b="true" sz="2375">
                <a:solidFill>
                  <a:srgbClr val="1F2937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USPTO Patent Application</a:t>
            </a:r>
          </a:p>
          <a:p>
            <a:pPr algn="l">
              <a:lnSpc>
                <a:spcPts val="2217"/>
              </a:lnSpc>
            </a:pPr>
            <a:r>
              <a:rPr lang="en-US" b="true" sz="1583">
                <a:solidFill>
                  <a:srgbClr val="2563EB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United States Patent &amp; Trademark Oﬃce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300527" y="2780111"/>
            <a:ext cx="5661424" cy="416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5"/>
              </a:lnSpc>
            </a:pPr>
            <a:r>
              <a:rPr lang="en-US" b="true" sz="2375">
                <a:solidFill>
                  <a:srgbClr val="1F2937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Patent Oﬃce Conﬁrmation Email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556827" y="4789673"/>
            <a:ext cx="517797" cy="287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7"/>
              </a:lnSpc>
            </a:pPr>
            <a:r>
              <a:rPr lang="en-US" b="true" sz="1583">
                <a:solidFill>
                  <a:srgbClr val="374151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Title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556827" y="6599888"/>
            <a:ext cx="1801227" cy="687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7"/>
              </a:lnSpc>
            </a:pPr>
            <a:r>
              <a:rPr lang="en-US" b="true" sz="1583">
                <a:solidFill>
                  <a:srgbClr val="374151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Status</a:t>
            </a:r>
          </a:p>
          <a:p>
            <a:pPr algn="l">
              <a:lnSpc>
                <a:spcPts val="2494"/>
              </a:lnSpc>
            </a:pPr>
            <a:r>
              <a:rPr lang="en-US" b="true" sz="1781">
                <a:solidFill>
                  <a:srgbClr val="16A34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Under Review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556827" y="5694781"/>
            <a:ext cx="1261406" cy="287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7"/>
              </a:lnSpc>
            </a:pPr>
            <a:r>
              <a:rPr lang="en-US" b="true" sz="1583">
                <a:solidFill>
                  <a:srgbClr val="374151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Filing Date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556827" y="7504996"/>
            <a:ext cx="1483484" cy="287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7"/>
              </a:lnSpc>
            </a:pPr>
            <a:r>
              <a:rPr lang="en-US" b="true" sz="1583">
                <a:solidFill>
                  <a:srgbClr val="374151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Priority Date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556827" y="3884565"/>
            <a:ext cx="2298710" cy="64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7"/>
              </a:lnSpc>
            </a:pPr>
            <a:r>
              <a:rPr lang="en-US" b="true" sz="1583">
                <a:solidFill>
                  <a:srgbClr val="374151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Application Number</a:t>
            </a:r>
          </a:p>
          <a:p>
            <a:pPr algn="l">
              <a:lnSpc>
                <a:spcPts val="2494"/>
              </a:lnSpc>
            </a:pPr>
            <a:r>
              <a:rPr lang="en-US" b="true" sz="1781">
                <a:solidFill>
                  <a:srgbClr val="111827"/>
                </a:solidFill>
                <a:latin typeface="Liberation Sans Bold"/>
                <a:ea typeface="Liberation Sans Bold"/>
                <a:cs typeface="Liberation Sans Bold"/>
                <a:sym typeface="Liberation Sans Bold"/>
              </a:rPr>
              <a:t>US2024/0123456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506543" y="8711806"/>
            <a:ext cx="2497054" cy="287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7"/>
              </a:lnSpc>
            </a:pPr>
            <a:r>
              <a:rPr lang="en-US" b="true" sz="1583">
                <a:solidFill>
                  <a:srgbClr val="1E40A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Innovation Highlights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815935" y="3796569"/>
            <a:ext cx="2247420" cy="561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7"/>
              </a:lnSpc>
            </a:pPr>
            <a:r>
              <a:rPr lang="en-US" b="true" sz="1583">
                <a:solidFill>
                  <a:srgbClr val="1F2937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patents@uspto.gov</a:t>
            </a:r>
          </a:p>
          <a:p>
            <a:pPr algn="l">
              <a:lnSpc>
                <a:spcPts val="1940"/>
              </a:lnSpc>
            </a:pPr>
            <a:r>
              <a:rPr lang="en-US" sz="1385">
                <a:solidFill>
                  <a:srgbClr val="4B5563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USPTO Patent Oﬃce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162246" y="4704722"/>
            <a:ext cx="4894332" cy="598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b="true" sz="1583">
                <a:solidFill>
                  <a:srgbClr val="1F2937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Subject: Patent Application Conﬁrmation - Application #US2024/0123456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556827" y="6085658"/>
            <a:ext cx="1804722" cy="307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4"/>
              </a:lnSpc>
            </a:pPr>
            <a:r>
              <a:rPr lang="en-US" sz="1781">
                <a:solidFill>
                  <a:srgbClr val="111827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March 15, 2024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556827" y="7895873"/>
            <a:ext cx="1804722" cy="307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4"/>
              </a:lnSpc>
            </a:pPr>
            <a:r>
              <a:rPr lang="en-US" sz="1781">
                <a:solidFill>
                  <a:srgbClr val="111827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March 15, 2024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556827" y="5180550"/>
            <a:ext cx="4774732" cy="307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4"/>
              </a:lnSpc>
            </a:pPr>
            <a:r>
              <a:rPr lang="en-US" sz="1781">
                <a:solidFill>
                  <a:srgbClr val="111827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Advanced Research Methodology System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506543" y="9427755"/>
            <a:ext cx="3422929" cy="549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385">
                <a:solidFill>
                  <a:srgbClr val="1D4ED8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• Improved eﬃciency algorithms • Scalable implementation framework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506543" y="9126053"/>
            <a:ext cx="3158927" cy="247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385">
                <a:solidFill>
                  <a:srgbClr val="1D4ED8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• Novel data analysis methodology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162246" y="5522341"/>
            <a:ext cx="1571267" cy="247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b="true" sz="1385">
                <a:solidFill>
                  <a:srgbClr val="374151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Dear Applicant,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363381" y="6980570"/>
            <a:ext cx="1986913" cy="247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b="true" sz="1385">
                <a:solidFill>
                  <a:srgbClr val="1E40A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Application Details: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363381" y="7642682"/>
            <a:ext cx="2647201" cy="549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40"/>
              </a:lnSpc>
            </a:pPr>
            <a:r>
              <a:rPr lang="en-US" sz="1385">
                <a:solidFill>
                  <a:srgbClr val="1D4ED8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• Filing Date: March 15, 2024 • Status: Under Initial Review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363381" y="7340979"/>
            <a:ext cx="3620682" cy="247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385">
                <a:solidFill>
                  <a:srgbClr val="1D4ED8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• Application Number: US2024/0123456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162246" y="5933034"/>
            <a:ext cx="5202019" cy="750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385">
                <a:solidFill>
                  <a:srgbClr val="374151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We have successfully received your patent application for "Advanced Research Methodology System" on March 15, 2024.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496468" y="3959396"/>
            <a:ext cx="1195144" cy="247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385">
                <a:solidFill>
                  <a:srgbClr val="6B7280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Mar 15, 2024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162246" y="8497506"/>
            <a:ext cx="5599348" cy="499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385">
                <a:solidFill>
                  <a:srgbClr val="374151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This is an automated conﬁrmation. Please retain this email for your records.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338239" y="3897136"/>
            <a:ext cx="153868" cy="278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7"/>
              </a:lnSpc>
            </a:pPr>
            <a:r>
              <a:rPr lang="en-US" sz="1583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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162246" y="9304393"/>
            <a:ext cx="3286987" cy="208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2"/>
              </a:lnSpc>
            </a:pPr>
            <a:r>
              <a:rPr lang="en-US" sz="1187">
                <a:solidFill>
                  <a:srgbClr val="6B7280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United States Patent and Trademark Oﬃce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DAG37h1zqmQ</dc:identifier>
  <dcterms:modified xsi:type="dcterms:W3CDTF">2011-08-01T06:04:30Z</dcterms:modified>
  <cp:revision>1</cp:revision>
  <dc:title>Add a heading</dc:title>
</cp:coreProperties>
</file>